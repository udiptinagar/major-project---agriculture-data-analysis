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rebuchet MS"/>
        <a:ea typeface="Trebuchet MS"/>
        <a:cs typeface="Trebuchet MS"/>
        <a:sym typeface="Trebuchet M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ECF9"/>
          </a:solidFill>
        </a:fill>
      </a:tcStyle>
    </a:wholeTbl>
    <a:band2H>
      <a:tcTxStyle/>
      <a:tcStyle>
        <a:tcBdr/>
        <a:fill>
          <a:solidFill>
            <a:srgbClr val="E9F6FC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EEDF"/>
          </a:solidFill>
        </a:fill>
      </a:tcStyle>
    </a:wholeTbl>
    <a:band2H>
      <a:tcTxStyle/>
      <a:tcStyle>
        <a:tcBdr/>
        <a:fill>
          <a:solidFill>
            <a:srgbClr val="E8F6F0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CEECD"/>
          </a:solidFill>
        </a:fill>
      </a:tcStyle>
    </a:wholeTbl>
    <a:band2H>
      <a:tcTxStyle/>
      <a:tcStyle>
        <a:tcBdr/>
        <a:fill>
          <a:solidFill>
            <a:srgbClr val="EEF7E8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rebuchet MS"/>
          <a:ea typeface="Trebuchet MS"/>
          <a:cs typeface="Trebuchet M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5" name="Shape 24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15"/>
          <p:cNvGrpSpPr/>
          <p:nvPr/>
        </p:nvGrpSpPr>
        <p:grpSpPr>
          <a:xfrm>
            <a:off x="0" y="-8468"/>
            <a:ext cx="12192001" cy="6866469"/>
            <a:chOff x="0" y="0"/>
            <a:chExt cx="12192000" cy="6866467"/>
          </a:xfrm>
        </p:grpSpPr>
        <p:sp>
          <p:nvSpPr>
            <p:cNvPr id="24" name="Freeform 14"/>
            <p:cNvSpPr/>
            <p:nvPr/>
          </p:nvSpPr>
          <p:spPr>
            <a:xfrm>
              <a:off x="-1" y="605"/>
              <a:ext cx="863601" cy="56980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2"/>
                  </a:moveTo>
                  <a:lnTo>
                    <a:pt x="21600" y="0"/>
                  </a:lnTo>
                  <a:lnTo>
                    <a:pt x="21600" y="64"/>
                  </a:lnTo>
                  <a:lnTo>
                    <a:pt x="0" y="21600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Straight Connector 18"/>
            <p:cNvSpPr/>
            <p:nvPr/>
          </p:nvSpPr>
          <p:spPr>
            <a:xfrm>
              <a:off x="9371012" y="8466"/>
              <a:ext cx="1219201" cy="6858002"/>
            </a:xfrm>
            <a:prstGeom prst="line">
              <a:avLst/>
            </a:prstGeom>
            <a:noFill/>
            <a:ln w="9525" cap="rnd">
              <a:solidFill>
                <a:schemeClr val="accent1">
                  <a:alpha val="70000"/>
                </a:scheme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Straight Connector 19"/>
            <p:cNvSpPr/>
            <p:nvPr/>
          </p:nvSpPr>
          <p:spPr>
            <a:xfrm flipH="1">
              <a:off x="7425267" y="3689879"/>
              <a:ext cx="4763559" cy="3176588"/>
            </a:xfrm>
            <a:prstGeom prst="line">
              <a:avLst/>
            </a:prstGeom>
            <a:noFill/>
            <a:ln w="9525" cap="rnd">
              <a:solidFill>
                <a:schemeClr val="accent1">
                  <a:alpha val="70000"/>
                </a:scheme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Rectangle 23"/>
            <p:cNvSpPr/>
            <p:nvPr/>
          </p:nvSpPr>
          <p:spPr>
            <a:xfrm>
              <a:off x="9181476" y="0"/>
              <a:ext cx="3007350" cy="6866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Rectangle 25"/>
            <p:cNvSpPr/>
            <p:nvPr/>
          </p:nvSpPr>
          <p:spPr>
            <a:xfrm>
              <a:off x="9603441" y="0"/>
              <a:ext cx="2588560" cy="6866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Isosceles Triangle 22"/>
            <p:cNvSpPr/>
            <p:nvPr/>
          </p:nvSpPr>
          <p:spPr>
            <a:xfrm>
              <a:off x="8932333" y="3056466"/>
              <a:ext cx="3259668" cy="3810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17B0E4">
                <a:alpha val="66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Rectangle 27"/>
            <p:cNvSpPr/>
            <p:nvPr/>
          </p:nvSpPr>
          <p:spPr>
            <a:xfrm>
              <a:off x="9334500" y="0"/>
              <a:ext cx="2854327" cy="6866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5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Rectangle 28"/>
            <p:cNvSpPr/>
            <p:nvPr/>
          </p:nvSpPr>
          <p:spPr>
            <a:xfrm>
              <a:off x="10898730" y="0"/>
              <a:ext cx="1290095" cy="6866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Rectangle 29"/>
            <p:cNvSpPr/>
            <p:nvPr/>
          </p:nvSpPr>
          <p:spPr>
            <a:xfrm>
              <a:off x="10938999" y="0"/>
              <a:ext cx="1249826" cy="6866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" name="Isosceles Triangle 26"/>
            <p:cNvSpPr/>
            <p:nvPr/>
          </p:nvSpPr>
          <p:spPr>
            <a:xfrm>
              <a:off x="10371666" y="3598333"/>
              <a:ext cx="1817160" cy="3268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17B0E4">
                <a:alpha val="66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xfrm>
            <a:off x="1507067" y="2404534"/>
            <a:ext cx="7766937" cy="1646303"/>
          </a:xfrm>
          <a:prstGeom prst="rect">
            <a:avLst/>
          </a:prstGeom>
        </p:spPr>
        <p:txBody>
          <a:bodyPr anchor="b"/>
          <a:lstStyle>
            <a:lvl1pPr algn="r">
              <a:defRPr sz="5400"/>
            </a:lvl1pPr>
          </a:lstStyle>
          <a:p>
            <a:r>
              <a:t>Title Text</a:t>
            </a:r>
          </a:p>
        </p:txBody>
      </p:sp>
      <p:sp>
        <p:nvSpPr>
          <p:cNvPr id="3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07067" y="4050832"/>
            <a:ext cx="7766937" cy="1096901"/>
          </a:xfrm>
          <a:prstGeom prst="rect">
            <a:avLst/>
          </a:prstGeom>
        </p:spPr>
        <p:txBody>
          <a:bodyPr/>
          <a:lstStyle>
            <a:lvl1pPr marL="0" indent="0" algn="r">
              <a:buClrTx/>
              <a:buSzTx/>
              <a:buNone/>
              <a:defRPr>
                <a:solidFill>
                  <a:srgbClr val="808080"/>
                </a:solidFill>
              </a:defRPr>
            </a:lvl1pPr>
            <a:lvl2pPr marL="0" indent="457200" algn="r">
              <a:buClrTx/>
              <a:buSzTx/>
              <a:buNone/>
              <a:defRPr>
                <a:solidFill>
                  <a:srgbClr val="808080"/>
                </a:solidFill>
              </a:defRPr>
            </a:lvl2pPr>
            <a:lvl3pPr marL="0" indent="914400" algn="r">
              <a:buClrTx/>
              <a:buSzTx/>
              <a:buNone/>
              <a:defRPr>
                <a:solidFill>
                  <a:srgbClr val="808080"/>
                </a:solidFill>
              </a:defRPr>
            </a:lvl3pPr>
            <a:lvl4pPr marL="0" indent="1371600" algn="r">
              <a:buClrTx/>
              <a:buSzTx/>
              <a:buNone/>
              <a:defRPr>
                <a:solidFill>
                  <a:srgbClr val="808080"/>
                </a:solidFill>
              </a:defRPr>
            </a:lvl4pPr>
            <a:lvl5pPr marL="0" indent="1828800" algn="r">
              <a:buClrTx/>
              <a:buSzTx/>
              <a:buNone/>
              <a:defRPr>
                <a:solidFill>
                  <a:srgbClr val="80808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049981" y="6114704"/>
            <a:ext cx="224022" cy="218441"/>
          </a:xfrm>
          <a:prstGeom prst="rect">
            <a:avLst/>
          </a:prstGeom>
        </p:spPr>
        <p:txBody>
          <a:bodyPr/>
          <a:lstStyle>
            <a:lvl1pPr defTabSz="457200">
              <a:defRPr sz="900"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5" name="Title Text"/>
          <p:cNvSpPr txBox="1">
            <a:spLocks noGrp="1"/>
          </p:cNvSpPr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77333" y="2160589"/>
            <a:ext cx="8596670" cy="388077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4" name="Title Text"/>
          <p:cNvSpPr txBox="1">
            <a:spLocks noGrp="1"/>
          </p:cNvSpPr>
          <p:nvPr>
            <p:ph type="title"/>
          </p:nvPr>
        </p:nvSpPr>
        <p:spPr>
          <a:xfrm>
            <a:off x="677335" y="2700866"/>
            <a:ext cx="8596669" cy="1826582"/>
          </a:xfrm>
          <a:prstGeom prst="rect">
            <a:avLst/>
          </a:prstGeom>
        </p:spPr>
        <p:txBody>
          <a:bodyPr anchor="b"/>
          <a:lstStyle>
            <a:lvl1pPr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5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77335" y="4527448"/>
            <a:ext cx="8596669" cy="860401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sz="2000">
                <a:solidFill>
                  <a:srgbClr val="808080"/>
                </a:solidFill>
              </a:defRPr>
            </a:lvl1pPr>
            <a:lvl2pPr marL="0" indent="457200">
              <a:buClrTx/>
              <a:buSzTx/>
              <a:buNone/>
              <a:defRPr sz="2000">
                <a:solidFill>
                  <a:srgbClr val="808080"/>
                </a:solidFill>
              </a:defRPr>
            </a:lvl2pPr>
            <a:lvl3pPr marL="0" indent="914400">
              <a:buClrTx/>
              <a:buSzTx/>
              <a:buNone/>
              <a:defRPr sz="2000">
                <a:solidFill>
                  <a:srgbClr val="808080"/>
                </a:solidFill>
              </a:defRPr>
            </a:lvl3pPr>
            <a:lvl4pPr marL="0" indent="1371600">
              <a:buClrTx/>
              <a:buSzTx/>
              <a:buNone/>
              <a:defRPr sz="2000">
                <a:solidFill>
                  <a:srgbClr val="808080"/>
                </a:solidFill>
              </a:defRPr>
            </a:lvl4pPr>
            <a:lvl5pPr marL="0" indent="1828800">
              <a:buClrTx/>
              <a:buSzTx/>
              <a:buNone/>
              <a:defRPr sz="2000">
                <a:solidFill>
                  <a:srgbClr val="80808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3" name="Title Text"/>
          <p:cNvSpPr txBox="1">
            <a:spLocks noGrp="1"/>
          </p:cNvSpPr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77333" y="2160589"/>
            <a:ext cx="4184036" cy="388077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75744" y="2160983"/>
            <a:ext cx="4185624" cy="576263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/>
            </a:lvl1pPr>
            <a:lvl2pPr marL="0" indent="457200">
              <a:buClrTx/>
              <a:buSzTx/>
              <a:buNone/>
              <a:defRPr sz="2400"/>
            </a:lvl2pPr>
            <a:lvl3pPr marL="0" indent="914400">
              <a:buClrTx/>
              <a:buSzTx/>
              <a:buNone/>
              <a:defRPr sz="2400"/>
            </a:lvl3pPr>
            <a:lvl4pPr marL="0" indent="1371600">
              <a:buClrTx/>
              <a:buSzTx/>
              <a:buNone/>
              <a:defRPr sz="2400"/>
            </a:lvl4pPr>
            <a:lvl5pPr marL="0" indent="1828800">
              <a:buClrTx/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5088382" y="2160983"/>
            <a:ext cx="4185619" cy="576263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None/>
              <a:defRPr sz="2400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7" name="Title Text"/>
          <p:cNvSpPr txBox="1">
            <a:spLocks noGrp="1"/>
          </p:cNvSpPr>
          <p:nvPr>
            <p:ph type="title"/>
          </p:nvPr>
        </p:nvSpPr>
        <p:spPr>
          <a:xfrm>
            <a:off x="677333" y="1498603"/>
            <a:ext cx="3854529" cy="1278467"/>
          </a:xfrm>
          <a:prstGeom prst="rect">
            <a:avLst/>
          </a:prstGeom>
        </p:spPr>
        <p:txBody>
          <a:bodyPr anchor="b"/>
          <a:lstStyle>
            <a:lvl1pPr>
              <a:defRPr sz="2000"/>
            </a:lvl1pPr>
          </a:lstStyle>
          <a:p>
            <a:r>
              <a:t>Title Text</a:t>
            </a:r>
          </a:p>
        </p:txBody>
      </p:sp>
      <p:sp>
        <p:nvSpPr>
          <p:cNvPr id="9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760460" y="514923"/>
            <a:ext cx="4513543" cy="5526439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9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677334" y="2777069"/>
            <a:ext cx="3854528" cy="2584450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 sz="1400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7" name="Title Text"/>
          <p:cNvSpPr txBox="1">
            <a:spLocks noGrp="1"/>
          </p:cNvSpPr>
          <p:nvPr>
            <p:ph type="title"/>
          </p:nvPr>
        </p:nvSpPr>
        <p:spPr>
          <a:xfrm>
            <a:off x="677333" y="4800600"/>
            <a:ext cx="8596668" cy="566738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108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677333" y="609600"/>
            <a:ext cx="8596670" cy="384571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0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77333" y="5367337"/>
            <a:ext cx="8596668" cy="674025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sz="1200"/>
            </a:lvl1pPr>
            <a:lvl2pPr marL="0" indent="457200">
              <a:buClrTx/>
              <a:buSzTx/>
              <a:buNone/>
              <a:defRPr sz="1200"/>
            </a:lvl2pPr>
            <a:lvl3pPr marL="0" indent="914400">
              <a:buClrTx/>
              <a:buSzTx/>
              <a:buNone/>
              <a:defRPr sz="1200"/>
            </a:lvl3pPr>
            <a:lvl4pPr marL="0" indent="1371600">
              <a:buClrTx/>
              <a:buSzTx/>
              <a:buNone/>
              <a:defRPr sz="1200"/>
            </a:lvl4pPr>
            <a:lvl5pPr marL="0" indent="1828800">
              <a:buClrTx/>
              <a:buSzTx/>
              <a:buNone/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xfrm>
            <a:off x="677335" y="609600"/>
            <a:ext cx="8596669" cy="3403600"/>
          </a:xfrm>
          <a:prstGeom prst="rect">
            <a:avLst/>
          </a:prstGeom>
        </p:spPr>
        <p:txBody>
          <a:bodyPr anchor="ctr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77335" y="4470400"/>
            <a:ext cx="8596669" cy="1570962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</a:lvl1pPr>
            <a:lvl2pPr marL="0" indent="457200">
              <a:buClrTx/>
              <a:buSzTx/>
              <a:buNone/>
            </a:lvl2pPr>
            <a:lvl3pPr marL="0" indent="914400">
              <a:buClrTx/>
              <a:buSzTx/>
              <a:buNone/>
            </a:lvl3pPr>
            <a:lvl4pPr marL="0" indent="1371600">
              <a:buClrTx/>
              <a:buSzTx/>
              <a:buNone/>
            </a:lvl4pPr>
            <a:lvl5pPr marL="0" indent="1828800">
              <a:buClrTx/>
              <a:buSz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6" name="Title Text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</p:spPr>
        <p:txBody>
          <a:bodyPr anchor="ctr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6138" y="3632200"/>
            <a:ext cx="7224526" cy="381000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  <a:defRPr sz="1600">
                <a:solidFill>
                  <a:srgbClr val="808080"/>
                </a:solidFill>
              </a:defRPr>
            </a:lvl1pPr>
            <a:lvl2pPr marL="0" indent="457200">
              <a:buClrTx/>
              <a:buSzTx/>
              <a:buNone/>
              <a:defRPr sz="1600">
                <a:solidFill>
                  <a:srgbClr val="808080"/>
                </a:solidFill>
              </a:defRPr>
            </a:lvl2pPr>
            <a:lvl3pPr marL="0" indent="914400">
              <a:buClrTx/>
              <a:buSzTx/>
              <a:buNone/>
              <a:defRPr sz="1600">
                <a:solidFill>
                  <a:srgbClr val="808080"/>
                </a:solidFill>
              </a:defRPr>
            </a:lvl3pPr>
            <a:lvl4pPr marL="0" indent="1371600">
              <a:buClrTx/>
              <a:buSzTx/>
              <a:buNone/>
              <a:defRPr sz="1600">
                <a:solidFill>
                  <a:srgbClr val="808080"/>
                </a:solidFill>
              </a:defRPr>
            </a:lvl4pPr>
            <a:lvl5pPr marL="0" indent="1828800">
              <a:buClrTx/>
              <a:buSzTx/>
              <a:buNone/>
              <a:defRPr sz="1600">
                <a:solidFill>
                  <a:srgbClr val="80808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Text Placeholder 2"/>
          <p:cNvSpPr>
            <a:spLocks noGrp="1"/>
          </p:cNvSpPr>
          <p:nvPr>
            <p:ph type="body" sz="quarter" idx="21"/>
          </p:nvPr>
        </p:nvSpPr>
        <p:spPr>
          <a:xfrm>
            <a:off x="677334" y="4470399"/>
            <a:ext cx="8596670" cy="1570964"/>
          </a:xfrm>
          <a:prstGeom prst="rect">
            <a:avLst/>
          </a:prstGeom>
        </p:spPr>
        <p:txBody>
          <a:bodyPr anchor="ctr"/>
          <a:lstStyle/>
          <a:p>
            <a:pPr marL="0" indent="0">
              <a:buClrTx/>
              <a:buSzTx/>
              <a:buNone/>
            </a:pPr>
            <a:endParaRPr/>
          </a:p>
        </p:txBody>
      </p:sp>
      <p:sp>
        <p:nvSpPr>
          <p:cNvPr id="129" name="TextBox 23"/>
          <p:cNvSpPr txBox="1"/>
          <p:nvPr/>
        </p:nvSpPr>
        <p:spPr>
          <a:xfrm>
            <a:off x="587589" y="469465"/>
            <a:ext cx="518161" cy="122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8000">
                <a:solidFill>
                  <a:srgbClr val="9FE0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“</a:t>
            </a:r>
          </a:p>
        </p:txBody>
      </p:sp>
      <p:sp>
        <p:nvSpPr>
          <p:cNvPr id="130" name="TextBox 24"/>
          <p:cNvSpPr txBox="1"/>
          <p:nvPr/>
        </p:nvSpPr>
        <p:spPr>
          <a:xfrm>
            <a:off x="8938730" y="2565643"/>
            <a:ext cx="518161" cy="122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8000">
                <a:solidFill>
                  <a:srgbClr val="9FE0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”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8" name="Title Text"/>
          <p:cNvSpPr txBox="1">
            <a:spLocks noGrp="1"/>
          </p:cNvSpPr>
          <p:nvPr>
            <p:ph type="title"/>
          </p:nvPr>
        </p:nvSpPr>
        <p:spPr>
          <a:xfrm>
            <a:off x="677335" y="1931988"/>
            <a:ext cx="8596669" cy="259546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77335" y="4527448"/>
            <a:ext cx="8596669" cy="1513915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</a:lvl1pPr>
            <a:lvl2pPr marL="0" indent="457200">
              <a:buClrTx/>
              <a:buSzTx/>
              <a:buNone/>
            </a:lvl2pPr>
            <a:lvl3pPr marL="0" indent="914400">
              <a:buClrTx/>
              <a:buSzTx/>
              <a:buNone/>
            </a:lvl3pPr>
            <a:lvl4pPr marL="0" indent="1371600">
              <a:buClrTx/>
              <a:buSzTx/>
              <a:buNone/>
            </a:lvl4pPr>
            <a:lvl5pPr marL="0" indent="1828800">
              <a:buClrTx/>
              <a:buSz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7" name="Title Text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</p:spPr>
        <p:txBody>
          <a:bodyPr anchor="ctr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77332" y="4013200"/>
            <a:ext cx="8596670" cy="514249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/>
            </a:lvl1pPr>
            <a:lvl2pPr marL="0" indent="457200">
              <a:buClrTx/>
              <a:buSzTx/>
              <a:buNone/>
              <a:defRPr sz="2400"/>
            </a:lvl2pPr>
            <a:lvl3pPr marL="0" indent="914400">
              <a:buClrTx/>
              <a:buSzTx/>
              <a:buNone/>
              <a:defRPr sz="2400"/>
            </a:lvl3pPr>
            <a:lvl4pPr marL="0" indent="1371600">
              <a:buClrTx/>
              <a:buSzTx/>
              <a:buNone/>
              <a:defRPr sz="2400"/>
            </a:lvl4pPr>
            <a:lvl5pPr marL="0" indent="1828800">
              <a:buClrTx/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9" name="Text Placeholder 2"/>
          <p:cNvSpPr>
            <a:spLocks noGrp="1"/>
          </p:cNvSpPr>
          <p:nvPr>
            <p:ph type="body" sz="quarter" idx="21"/>
          </p:nvPr>
        </p:nvSpPr>
        <p:spPr>
          <a:xfrm>
            <a:off x="677334" y="4527448"/>
            <a:ext cx="8596670" cy="1513915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>
                <a:solidFill>
                  <a:srgbClr val="808080"/>
                </a:solidFill>
              </a:defRPr>
            </a:pPr>
            <a:endParaRPr/>
          </a:p>
        </p:txBody>
      </p:sp>
      <p:sp>
        <p:nvSpPr>
          <p:cNvPr id="150" name="TextBox 23"/>
          <p:cNvSpPr txBox="1"/>
          <p:nvPr/>
        </p:nvSpPr>
        <p:spPr>
          <a:xfrm>
            <a:off x="587589" y="469465"/>
            <a:ext cx="518161" cy="122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8000">
                <a:solidFill>
                  <a:srgbClr val="9FE0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“</a:t>
            </a:r>
          </a:p>
        </p:txBody>
      </p:sp>
      <p:sp>
        <p:nvSpPr>
          <p:cNvPr id="151" name="TextBox 24"/>
          <p:cNvSpPr txBox="1"/>
          <p:nvPr/>
        </p:nvSpPr>
        <p:spPr>
          <a:xfrm>
            <a:off x="8938730" y="2565643"/>
            <a:ext cx="518161" cy="122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8000">
                <a:solidFill>
                  <a:srgbClr val="9FE0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”</a:t>
            </a:r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59" name="Title Text"/>
          <p:cNvSpPr txBox="1">
            <a:spLocks noGrp="1"/>
          </p:cNvSpPr>
          <p:nvPr>
            <p:ph type="title"/>
          </p:nvPr>
        </p:nvSpPr>
        <p:spPr>
          <a:xfrm>
            <a:off x="685798" y="609600"/>
            <a:ext cx="8588204" cy="3022600"/>
          </a:xfrm>
          <a:prstGeom prst="rect">
            <a:avLst/>
          </a:prstGeom>
        </p:spPr>
        <p:txBody>
          <a:bodyPr anchor="ctr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6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77332" y="4013200"/>
            <a:ext cx="8596670" cy="514249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>
                <a:solidFill>
                  <a:schemeClr val="accent1"/>
                </a:solidFill>
              </a:defRPr>
            </a:lvl1pPr>
            <a:lvl2pPr marL="0" indent="457200">
              <a:buClrTx/>
              <a:buSzTx/>
              <a:buNone/>
              <a:defRPr sz="2400">
                <a:solidFill>
                  <a:schemeClr val="accent1"/>
                </a:solidFill>
              </a:defRPr>
            </a:lvl2pPr>
            <a:lvl3pPr marL="0" indent="914400">
              <a:buClrTx/>
              <a:buSzTx/>
              <a:buNone/>
              <a:defRPr sz="2400">
                <a:solidFill>
                  <a:schemeClr val="accent1"/>
                </a:solidFill>
              </a:defRPr>
            </a:lvl3pPr>
            <a:lvl4pPr marL="0" indent="1371600">
              <a:buClrTx/>
              <a:buSzTx/>
              <a:buNone/>
              <a:defRPr sz="2400">
                <a:solidFill>
                  <a:schemeClr val="accent1"/>
                </a:solidFill>
              </a:defRPr>
            </a:lvl4pPr>
            <a:lvl5pPr marL="0" indent="1828800">
              <a:buClrTx/>
              <a:buSzTx/>
              <a:buNone/>
              <a:defRPr sz="2400">
                <a:solidFill>
                  <a:schemeClr val="accent1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1" name="Text Placeholder 2"/>
          <p:cNvSpPr>
            <a:spLocks noGrp="1"/>
          </p:cNvSpPr>
          <p:nvPr>
            <p:ph type="body" sz="quarter" idx="21"/>
          </p:nvPr>
        </p:nvSpPr>
        <p:spPr>
          <a:xfrm>
            <a:off x="677334" y="4527448"/>
            <a:ext cx="8596670" cy="1513915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>
                <a:solidFill>
                  <a:srgbClr val="808080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12870" y="4141999"/>
            <a:ext cx="4220846" cy="861498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sz="2000" b="1">
                <a:solidFill>
                  <a:schemeClr val="accent4"/>
                </a:solidFill>
              </a:defRPr>
            </a:lvl1pPr>
            <a:lvl2pPr marL="0" indent="457200">
              <a:buClrTx/>
              <a:buSzTx/>
              <a:buNone/>
              <a:defRPr sz="2000" b="1">
                <a:solidFill>
                  <a:schemeClr val="accent4"/>
                </a:solidFill>
              </a:defRPr>
            </a:lvl2pPr>
            <a:lvl3pPr marL="1240971" indent="-326571">
              <a:buClrTx/>
              <a:defRPr sz="2000" b="1">
                <a:solidFill>
                  <a:schemeClr val="accent4"/>
                </a:solidFill>
              </a:defRPr>
            </a:lvl3pPr>
            <a:lvl4pPr marL="1752600" indent="-381000">
              <a:buClrTx/>
              <a:defRPr sz="2000" b="1">
                <a:solidFill>
                  <a:schemeClr val="accent4"/>
                </a:solidFill>
              </a:defRPr>
            </a:lvl4pPr>
            <a:lvl5pPr marL="2209800" indent="-381000">
              <a:buClrTx/>
              <a:defRPr sz="2000" b="1">
                <a:solidFill>
                  <a:schemeClr val="accent4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0" name="Hexagon 14"/>
          <p:cNvSpPr/>
          <p:nvPr/>
        </p:nvSpPr>
        <p:spPr>
          <a:xfrm>
            <a:off x="740308" y="1382809"/>
            <a:ext cx="1229567" cy="10599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1" name="Hexagon 15"/>
          <p:cNvSpPr/>
          <p:nvPr/>
        </p:nvSpPr>
        <p:spPr>
          <a:xfrm>
            <a:off x="3755030" y="1194619"/>
            <a:ext cx="1666163" cy="14363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2" name="Hexagon 16"/>
          <p:cNvSpPr/>
          <p:nvPr/>
        </p:nvSpPr>
        <p:spPr>
          <a:xfrm>
            <a:off x="3804994" y="5233182"/>
            <a:ext cx="718262" cy="6191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3" name="Hexagon 17"/>
          <p:cNvSpPr/>
          <p:nvPr/>
        </p:nvSpPr>
        <p:spPr>
          <a:xfrm>
            <a:off x="1837838" y="1101306"/>
            <a:ext cx="651614" cy="5617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4" name="Picture Placeholder 18"/>
          <p:cNvSpPr>
            <a:spLocks noGrp="1"/>
          </p:cNvSpPr>
          <p:nvPr>
            <p:ph type="pic" sz="quarter" idx="21"/>
          </p:nvPr>
        </p:nvSpPr>
        <p:spPr>
          <a:xfrm>
            <a:off x="1571514" y="1914043"/>
            <a:ext cx="3993626" cy="361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75" name="Title Text"/>
          <p:cNvSpPr txBox="1">
            <a:spLocks noGrp="1"/>
          </p:cNvSpPr>
          <p:nvPr>
            <p:ph type="title"/>
          </p:nvPr>
        </p:nvSpPr>
        <p:spPr>
          <a:xfrm>
            <a:off x="6312870" y="2050551"/>
            <a:ext cx="4998721" cy="1748984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83" name="Oval 9"/>
          <p:cNvSpPr/>
          <p:nvPr/>
        </p:nvSpPr>
        <p:spPr>
          <a:xfrm>
            <a:off x="7362825" y="443263"/>
            <a:ext cx="361950" cy="361951"/>
          </a:xfrm>
          <a:prstGeom prst="ellipse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5"/>
                </a:solidFill>
              </a:defRPr>
            </a:pPr>
            <a:endParaRPr/>
          </a:p>
        </p:txBody>
      </p:sp>
      <p:sp>
        <p:nvSpPr>
          <p:cNvPr id="184" name="Oval 13"/>
          <p:cNvSpPr/>
          <p:nvPr/>
        </p:nvSpPr>
        <p:spPr>
          <a:xfrm>
            <a:off x="11007245" y="5605993"/>
            <a:ext cx="654229" cy="654229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5"/>
                </a:solidFill>
              </a:defRPr>
            </a:pPr>
            <a:endParaRPr/>
          </a:p>
        </p:txBody>
      </p:sp>
      <p:sp>
        <p:nvSpPr>
          <p:cNvPr id="185" name="Oval 15"/>
          <p:cNvSpPr/>
          <p:nvPr/>
        </p:nvSpPr>
        <p:spPr>
          <a:xfrm>
            <a:off x="10683791" y="6132438"/>
            <a:ext cx="251153" cy="251153"/>
          </a:xfrm>
          <a:prstGeom prst="ellipse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5"/>
                </a:solidFill>
              </a:defRPr>
            </a:pPr>
            <a:endParaRPr/>
          </a:p>
        </p:txBody>
      </p:sp>
      <p:sp>
        <p:nvSpPr>
          <p:cNvPr id="186" name="Picture Placeholder 22"/>
          <p:cNvSpPr>
            <a:spLocks noGrp="1"/>
          </p:cNvSpPr>
          <p:nvPr>
            <p:ph type="pic" sz="half" idx="21"/>
          </p:nvPr>
        </p:nvSpPr>
        <p:spPr>
          <a:xfrm>
            <a:off x="5733416" y="624238"/>
            <a:ext cx="5855754" cy="56315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8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Char char="▪"/>
              <a:defRPr sz="2000"/>
            </a:lvl1pPr>
            <a:lvl2pPr marL="742950" indent="-285750">
              <a:lnSpc>
                <a:spcPct val="150000"/>
              </a:lnSpc>
              <a:buClr>
                <a:schemeClr val="accent4"/>
              </a:buClr>
              <a:buChar char="▪"/>
              <a:defRPr sz="2000"/>
            </a:lvl2pPr>
            <a:lvl3pPr marL="1168400" indent="-254000">
              <a:lnSpc>
                <a:spcPct val="150000"/>
              </a:lnSpc>
              <a:buClr>
                <a:schemeClr val="accent4"/>
              </a:buClr>
              <a:buChar char="▪"/>
              <a:defRPr sz="2000"/>
            </a:lvl3pPr>
            <a:lvl4pPr marL="1625600" indent="-254000">
              <a:lnSpc>
                <a:spcPct val="150000"/>
              </a:lnSpc>
              <a:buClr>
                <a:schemeClr val="accent4"/>
              </a:buClr>
              <a:buChar char="▪"/>
              <a:defRPr sz="2000"/>
            </a:lvl4pPr>
            <a:lvl5pPr marL="2082800" indent="-254000">
              <a:lnSpc>
                <a:spcPct val="150000"/>
              </a:lnSpc>
              <a:buClr>
                <a:schemeClr val="accent4"/>
              </a:buClr>
              <a:buChar char="▪"/>
              <a:defRPr sz="2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8" name="Title Text"/>
          <p:cNvSpPr txBox="1">
            <a:spLocks noGrp="1"/>
          </p:cNvSpPr>
          <p:nvPr>
            <p:ph type="title"/>
          </p:nvPr>
        </p:nvSpPr>
        <p:spPr>
          <a:xfrm>
            <a:off x="660400" y="805213"/>
            <a:ext cx="4275138" cy="830998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Char char="▪"/>
              <a:defRPr sz="2000"/>
            </a:lvl1pPr>
            <a:lvl2pPr marL="774700" indent="-317500">
              <a:buClr>
                <a:schemeClr val="accent4"/>
              </a:buClr>
              <a:buChar char="▪"/>
              <a:defRPr sz="2000"/>
            </a:lvl2pPr>
            <a:lvl3pPr marL="1200150" indent="-285750">
              <a:buClr>
                <a:schemeClr val="accent4"/>
              </a:buClr>
              <a:buChar char="▪"/>
              <a:defRPr sz="2000"/>
            </a:lvl3pPr>
            <a:lvl4pPr marL="1657350" indent="-285750">
              <a:buClr>
                <a:schemeClr val="accent4"/>
              </a:buClr>
              <a:buChar char="▪"/>
              <a:defRPr sz="2000"/>
            </a:lvl4pPr>
            <a:lvl5pPr marL="2114550" indent="-285750">
              <a:buClr>
                <a:schemeClr val="accent4"/>
              </a:buClr>
              <a:buChar char="▪"/>
              <a:defRPr sz="2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7" name="Rectangle 18"/>
          <p:cNvSpPr/>
          <p:nvPr/>
        </p:nvSpPr>
        <p:spPr>
          <a:xfrm>
            <a:off x="9354456" y="5363986"/>
            <a:ext cx="457201" cy="457201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8" name="Rectangle 20"/>
          <p:cNvSpPr/>
          <p:nvPr/>
        </p:nvSpPr>
        <p:spPr>
          <a:xfrm>
            <a:off x="6692790" y="1699889"/>
            <a:ext cx="319750" cy="31975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9" name="Rectangle 22"/>
          <p:cNvSpPr/>
          <p:nvPr/>
        </p:nvSpPr>
        <p:spPr>
          <a:xfrm>
            <a:off x="9354456" y="5897738"/>
            <a:ext cx="179978" cy="179978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0" name="Picture Placeholder 10"/>
          <p:cNvSpPr>
            <a:spLocks noGrp="1"/>
          </p:cNvSpPr>
          <p:nvPr>
            <p:ph type="pic" sz="half" idx="21"/>
          </p:nvPr>
        </p:nvSpPr>
        <p:spPr>
          <a:xfrm>
            <a:off x="7090226" y="786181"/>
            <a:ext cx="4441373" cy="53930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01" name="Title Text"/>
          <p:cNvSpPr txBox="1">
            <a:spLocks noGrp="1"/>
          </p:cNvSpPr>
          <p:nvPr>
            <p:ph type="title"/>
          </p:nvPr>
        </p:nvSpPr>
        <p:spPr>
          <a:xfrm>
            <a:off x="660400" y="805213"/>
            <a:ext cx="4275138" cy="830998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09" name="Picture Placeholder 38"/>
          <p:cNvSpPr>
            <a:spLocks noGrp="1"/>
          </p:cNvSpPr>
          <p:nvPr>
            <p:ph type="pic" sz="quarter" idx="21"/>
          </p:nvPr>
        </p:nvSpPr>
        <p:spPr>
          <a:xfrm>
            <a:off x="5353508" y="2555550"/>
            <a:ext cx="1484986" cy="128016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10" name="Picture Placeholder 37"/>
          <p:cNvSpPr>
            <a:spLocks noGrp="1"/>
          </p:cNvSpPr>
          <p:nvPr>
            <p:ph type="pic" sz="quarter" idx="22"/>
          </p:nvPr>
        </p:nvSpPr>
        <p:spPr>
          <a:xfrm>
            <a:off x="3115921" y="2555550"/>
            <a:ext cx="1484986" cy="128016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11" name="Picture Placeholder 39"/>
          <p:cNvSpPr>
            <a:spLocks noGrp="1"/>
          </p:cNvSpPr>
          <p:nvPr>
            <p:ph type="pic" sz="quarter" idx="23"/>
          </p:nvPr>
        </p:nvSpPr>
        <p:spPr>
          <a:xfrm>
            <a:off x="7602464" y="2555550"/>
            <a:ext cx="1484986" cy="128016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12" name="Picture Placeholder 40"/>
          <p:cNvSpPr>
            <a:spLocks noGrp="1"/>
          </p:cNvSpPr>
          <p:nvPr>
            <p:ph type="pic" sz="quarter" idx="24"/>
          </p:nvPr>
        </p:nvSpPr>
        <p:spPr>
          <a:xfrm>
            <a:off x="9840051" y="2555550"/>
            <a:ext cx="1484986" cy="128016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13" name="Title Text"/>
          <p:cNvSpPr txBox="1">
            <a:spLocks noGrp="1"/>
          </p:cNvSpPr>
          <p:nvPr>
            <p:ph type="title"/>
          </p:nvPr>
        </p:nvSpPr>
        <p:spPr>
          <a:xfrm>
            <a:off x="431999" y="647700"/>
            <a:ext cx="11340002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14" name="Hexagon 8"/>
          <p:cNvSpPr/>
          <p:nvPr/>
        </p:nvSpPr>
        <p:spPr>
          <a:xfrm>
            <a:off x="546669" y="3467555"/>
            <a:ext cx="458269" cy="3950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5" name="Hexagon 9"/>
          <p:cNvSpPr/>
          <p:nvPr/>
        </p:nvSpPr>
        <p:spPr>
          <a:xfrm>
            <a:off x="11113337" y="2394722"/>
            <a:ext cx="358392" cy="308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6" name="Hexagon 10"/>
          <p:cNvSpPr/>
          <p:nvPr/>
        </p:nvSpPr>
        <p:spPr>
          <a:xfrm>
            <a:off x="10882648" y="2202202"/>
            <a:ext cx="230689" cy="1988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EBEB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46667" y="4172761"/>
            <a:ext cx="2139697" cy="344313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None/>
              <a:defRPr sz="2000" b="1">
                <a:solidFill>
                  <a:schemeClr val="accent4"/>
                </a:solidFill>
              </a:defRPr>
            </a:lvl1pPr>
            <a:lvl2pPr marL="814387" indent="-357187" algn="ctr">
              <a:buClrTx/>
              <a:defRPr sz="2000" b="1">
                <a:solidFill>
                  <a:schemeClr val="accent4"/>
                </a:solidFill>
              </a:defRPr>
            </a:lvl2pPr>
            <a:lvl3pPr marL="1240971" indent="-326571" algn="ctr">
              <a:buClrTx/>
              <a:defRPr sz="2000" b="1">
                <a:solidFill>
                  <a:schemeClr val="accent4"/>
                </a:solidFill>
              </a:defRPr>
            </a:lvl3pPr>
            <a:lvl4pPr marL="1752600" indent="-381000" algn="ctr">
              <a:buClrTx/>
              <a:defRPr sz="2000" b="1">
                <a:solidFill>
                  <a:schemeClr val="accent4"/>
                </a:solidFill>
              </a:defRPr>
            </a:lvl4pPr>
            <a:lvl5pPr marL="2209800" indent="-381000" algn="ctr">
              <a:buClrTx/>
              <a:defRPr sz="2000" b="1">
                <a:solidFill>
                  <a:schemeClr val="accent4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8" name="Text Placeholder 22"/>
          <p:cNvSpPr>
            <a:spLocks noGrp="1"/>
          </p:cNvSpPr>
          <p:nvPr>
            <p:ph type="body" sz="quarter" idx="25"/>
          </p:nvPr>
        </p:nvSpPr>
        <p:spPr>
          <a:xfrm>
            <a:off x="556692" y="4588259"/>
            <a:ext cx="2139696" cy="344313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1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19" name="Text Placeholder 22"/>
          <p:cNvSpPr>
            <a:spLocks noGrp="1"/>
          </p:cNvSpPr>
          <p:nvPr>
            <p:ph type="body" sz="quarter" idx="26"/>
          </p:nvPr>
        </p:nvSpPr>
        <p:spPr>
          <a:xfrm>
            <a:off x="2789482" y="4172761"/>
            <a:ext cx="2139697" cy="344313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2000" b="1">
                <a:solidFill>
                  <a:schemeClr val="accent4"/>
                </a:solidFill>
              </a:defRPr>
            </a:pPr>
            <a:endParaRPr/>
          </a:p>
        </p:txBody>
      </p:sp>
      <p:sp>
        <p:nvSpPr>
          <p:cNvPr id="220" name="Text Placeholder 22"/>
          <p:cNvSpPr>
            <a:spLocks noGrp="1"/>
          </p:cNvSpPr>
          <p:nvPr>
            <p:ph type="body" sz="quarter" idx="27"/>
          </p:nvPr>
        </p:nvSpPr>
        <p:spPr>
          <a:xfrm>
            <a:off x="2789483" y="4588259"/>
            <a:ext cx="2139697" cy="344313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1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1" name="Text Placeholder 22"/>
          <p:cNvSpPr>
            <a:spLocks noGrp="1"/>
          </p:cNvSpPr>
          <p:nvPr>
            <p:ph type="body" sz="quarter" idx="28"/>
          </p:nvPr>
        </p:nvSpPr>
        <p:spPr>
          <a:xfrm>
            <a:off x="5032295" y="4172761"/>
            <a:ext cx="2139697" cy="344313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2000" b="1">
                <a:solidFill>
                  <a:schemeClr val="accent4"/>
                </a:solidFill>
              </a:defRPr>
            </a:pPr>
            <a:endParaRPr/>
          </a:p>
        </p:txBody>
      </p:sp>
      <p:sp>
        <p:nvSpPr>
          <p:cNvPr id="222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5029201" y="4588259"/>
            <a:ext cx="2139697" cy="344313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1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3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7275110" y="4172761"/>
            <a:ext cx="2139697" cy="344313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2000" b="1">
                <a:solidFill>
                  <a:schemeClr val="accent4"/>
                </a:solidFill>
              </a:defRPr>
            </a:pPr>
            <a:endParaRPr/>
          </a:p>
        </p:txBody>
      </p:sp>
      <p:sp>
        <p:nvSpPr>
          <p:cNvPr id="224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7275111" y="4588259"/>
            <a:ext cx="2139696" cy="344313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1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5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9517922" y="4172761"/>
            <a:ext cx="2139697" cy="344313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2000" b="1">
                <a:solidFill>
                  <a:schemeClr val="accent4"/>
                </a:solidFill>
              </a:defRPr>
            </a:pPr>
            <a:endParaRPr/>
          </a:p>
        </p:txBody>
      </p:sp>
      <p:sp>
        <p:nvSpPr>
          <p:cNvPr id="226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9517922" y="4588259"/>
            <a:ext cx="2139697" cy="344313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None/>
              <a:defRPr sz="16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7" name="Picture Placeholder 36"/>
          <p:cNvSpPr>
            <a:spLocks noGrp="1"/>
          </p:cNvSpPr>
          <p:nvPr>
            <p:ph type="pic" sz="quarter" idx="34"/>
          </p:nvPr>
        </p:nvSpPr>
        <p:spPr>
          <a:xfrm>
            <a:off x="878336" y="2555550"/>
            <a:ext cx="1484987" cy="128016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icture Placeholder 21"/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35" name="Rectangle 1"/>
          <p:cNvSpPr/>
          <p:nvPr/>
        </p:nvSpPr>
        <p:spPr>
          <a:xfrm>
            <a:off x="3718559" y="1181123"/>
            <a:ext cx="4754881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 cap="rnd"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149138" y="4859468"/>
            <a:ext cx="3924936" cy="490539"/>
          </a:xfrm>
          <a:prstGeom prst="rect">
            <a:avLst/>
          </a:prstGeom>
        </p:spPr>
        <p:txBody>
          <a:bodyPr/>
          <a:lstStyle>
            <a:lvl1pPr algn="r">
              <a:buClrTx/>
              <a:buSzTx/>
              <a:buNone/>
              <a:defRPr sz="2400" b="1">
                <a:solidFill>
                  <a:schemeClr val="accent4"/>
                </a:solidFill>
                <a:latin typeface="+mn-lt"/>
                <a:ea typeface="+mn-ea"/>
                <a:cs typeface="+mn-cs"/>
                <a:sym typeface="Calibri"/>
              </a:defRPr>
            </a:lvl1pPr>
            <a:lvl2pPr marL="342900" indent="114300" algn="r">
              <a:buClrTx/>
              <a:buSzTx/>
              <a:buNone/>
              <a:defRPr sz="2400" b="1">
                <a:solidFill>
                  <a:schemeClr val="accent4"/>
                </a:solidFill>
                <a:latin typeface="+mn-lt"/>
                <a:ea typeface="+mn-ea"/>
                <a:cs typeface="+mn-cs"/>
                <a:sym typeface="Calibri"/>
              </a:defRPr>
            </a:lvl2pPr>
            <a:lvl3pPr marL="1306285" indent="-391885" algn="r">
              <a:buClrTx/>
              <a:defRPr sz="2400" b="1">
                <a:solidFill>
                  <a:schemeClr val="accent4"/>
                </a:solidFill>
                <a:latin typeface="+mn-lt"/>
                <a:ea typeface="+mn-ea"/>
                <a:cs typeface="+mn-cs"/>
                <a:sym typeface="Calibri"/>
              </a:defRPr>
            </a:lvl3pPr>
            <a:lvl4pPr marL="1828800" indent="-457200" algn="r">
              <a:buClrTx/>
              <a:defRPr sz="2400" b="1">
                <a:solidFill>
                  <a:schemeClr val="accent4"/>
                </a:solidFill>
                <a:latin typeface="+mn-lt"/>
                <a:ea typeface="+mn-ea"/>
                <a:cs typeface="+mn-cs"/>
                <a:sym typeface="Calibri"/>
              </a:defRPr>
            </a:lvl4pPr>
            <a:lvl5pPr marL="2286000" indent="-457200" algn="r">
              <a:buClrTx/>
              <a:defRPr sz="2400" b="1">
                <a:solidFill>
                  <a:schemeClr val="accent4"/>
                </a:solidFill>
                <a:latin typeface="+mn-lt"/>
                <a:ea typeface="+mn-ea"/>
                <a:cs typeface="+mn-cs"/>
                <a:sym typeface="Calibri"/>
              </a:defRPr>
            </a:lvl5pPr>
          </a:lstStyle>
          <a:p>
            <a:r>
              <a:t>Click to edit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37" name="Title Text"/>
          <p:cNvSpPr txBox="1">
            <a:spLocks noGrp="1"/>
          </p:cNvSpPr>
          <p:nvPr>
            <p:ph type="title"/>
          </p:nvPr>
        </p:nvSpPr>
        <p:spPr>
          <a:xfrm>
            <a:off x="4149138" y="1529685"/>
            <a:ext cx="3924936" cy="1695638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>
            <a:lvl1pPr defTabSz="457200">
              <a:defRPr sz="900"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43"/>
          <p:cNvGrpSpPr/>
          <p:nvPr/>
        </p:nvGrpSpPr>
        <p:grpSpPr>
          <a:xfrm>
            <a:off x="0" y="-8468"/>
            <a:ext cx="12192001" cy="6866469"/>
            <a:chOff x="0" y="0"/>
            <a:chExt cx="12192000" cy="6866467"/>
          </a:xfrm>
        </p:grpSpPr>
        <p:sp>
          <p:nvSpPr>
            <p:cNvPr id="2" name="Straight Connector 19"/>
            <p:cNvSpPr/>
            <p:nvPr/>
          </p:nvSpPr>
          <p:spPr>
            <a:xfrm>
              <a:off x="9371012" y="8466"/>
              <a:ext cx="1219201" cy="6858002"/>
            </a:xfrm>
            <a:prstGeom prst="line">
              <a:avLst/>
            </a:prstGeom>
            <a:noFill/>
            <a:ln w="9525" cap="rnd">
              <a:solidFill>
                <a:schemeClr val="accent1">
                  <a:alpha val="70000"/>
                </a:scheme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" name="Straight Connector 20"/>
            <p:cNvSpPr/>
            <p:nvPr/>
          </p:nvSpPr>
          <p:spPr>
            <a:xfrm flipH="1">
              <a:off x="7425267" y="3689879"/>
              <a:ext cx="4763559" cy="3176588"/>
            </a:xfrm>
            <a:prstGeom prst="line">
              <a:avLst/>
            </a:prstGeom>
            <a:noFill/>
            <a:ln w="9525" cap="rnd">
              <a:solidFill>
                <a:schemeClr val="accent1">
                  <a:alpha val="70000"/>
                </a:scheme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4" name="Rectangle 23"/>
            <p:cNvSpPr/>
            <p:nvPr/>
          </p:nvSpPr>
          <p:spPr>
            <a:xfrm>
              <a:off x="9181476" y="0"/>
              <a:ext cx="3007350" cy="6866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5" name="Rectangle 25"/>
            <p:cNvSpPr/>
            <p:nvPr/>
          </p:nvSpPr>
          <p:spPr>
            <a:xfrm>
              <a:off x="9603441" y="0"/>
              <a:ext cx="2588560" cy="6866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6" name="Isosceles Triangle 23"/>
            <p:cNvSpPr/>
            <p:nvPr/>
          </p:nvSpPr>
          <p:spPr>
            <a:xfrm>
              <a:off x="8932333" y="3056466"/>
              <a:ext cx="3259668" cy="3810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17B0E4">
                <a:alpha val="66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7" name="Rectangle 27"/>
            <p:cNvSpPr/>
            <p:nvPr/>
          </p:nvSpPr>
          <p:spPr>
            <a:xfrm>
              <a:off x="9334500" y="0"/>
              <a:ext cx="2854327" cy="6866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5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" name="Rectangle 28"/>
            <p:cNvSpPr/>
            <p:nvPr/>
          </p:nvSpPr>
          <p:spPr>
            <a:xfrm>
              <a:off x="10898730" y="0"/>
              <a:ext cx="1290095" cy="6866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" name="Rectangle 29"/>
            <p:cNvSpPr/>
            <p:nvPr/>
          </p:nvSpPr>
          <p:spPr>
            <a:xfrm>
              <a:off x="10938999" y="0"/>
              <a:ext cx="1249826" cy="6866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Isosceles Triangle 27"/>
            <p:cNvSpPr/>
            <p:nvPr/>
          </p:nvSpPr>
          <p:spPr>
            <a:xfrm>
              <a:off x="10371666" y="3598333"/>
              <a:ext cx="1817160" cy="3268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17B0E4">
                <a:alpha val="66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Isosceles Triangle 18"/>
            <p:cNvSpPr/>
            <p:nvPr/>
          </p:nvSpPr>
          <p:spPr>
            <a:xfrm>
              <a:off x="-1" y="4021666"/>
              <a:ext cx="448734" cy="284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3" name="Date Placeholder 3"/>
          <p:cNvSpPr txBox="1"/>
          <p:nvPr/>
        </p:nvSpPr>
        <p:spPr>
          <a:xfrm>
            <a:off x="706115" y="6439548"/>
            <a:ext cx="2651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100">
                <a:solidFill>
                  <a:schemeClr val="accent2"/>
                </a:solidFill>
              </a:defRPr>
            </a:lvl1pPr>
          </a:lstStyle>
          <a:p>
            <a:r>
              <a:t>9/2/2026</a:t>
            </a:r>
          </a:p>
        </p:txBody>
      </p:sp>
      <p:sp>
        <p:nvSpPr>
          <p:cNvPr id="14" name="Footer Placeholder 4"/>
          <p:cNvSpPr txBox="1"/>
          <p:nvPr/>
        </p:nvSpPr>
        <p:spPr>
          <a:xfrm>
            <a:off x="1491246" y="6439548"/>
            <a:ext cx="40233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defTabSz="914400">
              <a:defRPr sz="1100" b="1">
                <a:solidFill>
                  <a:schemeClr val="accent2"/>
                </a:solidFill>
              </a:defRPr>
            </a:lvl1pPr>
          </a:lstStyle>
          <a:p>
            <a:r>
              <a:t>Annual Review</a:t>
            </a:r>
          </a:p>
        </p:txBody>
      </p:sp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297876" y="6439548"/>
            <a:ext cx="250662" cy="2438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 defTabSz="914400">
              <a:defRPr sz="1100">
                <a:solidFill>
                  <a:schemeClr val="accent4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" name="Title Text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Title Text</a:t>
            </a:r>
          </a:p>
        </p:txBody>
      </p:sp>
      <p:sp>
        <p:nvSpPr>
          <p:cNvPr id="17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ransition spd="med"/>
  <p:txStyles>
    <p:title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accent1"/>
          </a:solidFill>
          <a:uFillTx/>
          <a:latin typeface="Trebuchet MS"/>
          <a:ea typeface="Trebuchet MS"/>
          <a:cs typeface="Trebuchet MS"/>
          <a:sym typeface="Trebuchet MS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accent1"/>
          </a:solidFill>
          <a:uFillTx/>
          <a:latin typeface="Trebuchet MS"/>
          <a:ea typeface="Trebuchet MS"/>
          <a:cs typeface="Trebuchet MS"/>
          <a:sym typeface="Trebuchet MS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accent1"/>
          </a:solidFill>
          <a:uFillTx/>
          <a:latin typeface="Trebuchet MS"/>
          <a:ea typeface="Trebuchet MS"/>
          <a:cs typeface="Trebuchet MS"/>
          <a:sym typeface="Trebuchet MS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accent1"/>
          </a:solidFill>
          <a:uFillTx/>
          <a:latin typeface="Trebuchet MS"/>
          <a:ea typeface="Trebuchet MS"/>
          <a:cs typeface="Trebuchet MS"/>
          <a:sym typeface="Trebuchet MS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accent1"/>
          </a:solidFill>
          <a:uFillTx/>
          <a:latin typeface="Trebuchet MS"/>
          <a:ea typeface="Trebuchet MS"/>
          <a:cs typeface="Trebuchet MS"/>
          <a:sym typeface="Trebuchet MS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accent1"/>
          </a:solidFill>
          <a:uFillTx/>
          <a:latin typeface="Trebuchet MS"/>
          <a:ea typeface="Trebuchet MS"/>
          <a:cs typeface="Trebuchet MS"/>
          <a:sym typeface="Trebuchet MS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accent1"/>
          </a:solidFill>
          <a:uFillTx/>
          <a:latin typeface="Trebuchet MS"/>
          <a:ea typeface="Trebuchet MS"/>
          <a:cs typeface="Trebuchet MS"/>
          <a:sym typeface="Trebuchet MS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accent1"/>
          </a:solidFill>
          <a:uFillTx/>
          <a:latin typeface="Trebuchet MS"/>
          <a:ea typeface="Trebuchet MS"/>
          <a:cs typeface="Trebuchet MS"/>
          <a:sym typeface="Trebuchet MS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accent1"/>
          </a:solidFill>
          <a:uFillTx/>
          <a:latin typeface="Trebuchet MS"/>
          <a:ea typeface="Trebuchet MS"/>
          <a:cs typeface="Trebuchet MS"/>
          <a:sym typeface="Trebuchet MS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sz="1800" b="0" i="0" u="none" strike="noStrike" cap="none" spc="0" baseline="0"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1pPr>
      <a:lvl2pPr marL="778668" marR="0" indent="-321468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sz="1800" b="0" i="0" u="none" strike="noStrike" cap="none" spc="0" baseline="0"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2pPr>
      <a:lvl3pPr marL="1208314" marR="0" indent="-293914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sz="1800" b="0" i="0" u="none" strike="noStrike" cap="none" spc="0" baseline="0"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3pPr>
      <a:lvl4pPr marL="17145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sz="1800" b="0" i="0" u="none" strike="noStrike" cap="none" spc="0" baseline="0"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4pPr>
      <a:lvl5pPr marL="21717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sz="1800" b="0" i="0" u="none" strike="noStrike" cap="none" spc="0" baseline="0"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5pPr>
      <a:lvl6pPr marL="26289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sz="1800" b="0" i="0" u="none" strike="noStrike" cap="none" spc="0" baseline="0"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6pPr>
      <a:lvl7pPr marL="30861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sz="1800" b="0" i="0" u="none" strike="noStrike" cap="none" spc="0" baseline="0"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7pPr>
      <a:lvl8pPr marL="35433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sz="1800" b="0" i="0" u="none" strike="noStrike" cap="none" spc="0" baseline="0"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8pPr>
      <a:lvl9pPr marL="40005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sz="1800" b="0" i="0" u="none" strike="noStrike" cap="none" spc="0" baseline="0">
          <a:solidFill>
            <a:srgbClr val="404040"/>
          </a:solidFill>
          <a:uFillTx/>
          <a:latin typeface="Trebuchet MS"/>
          <a:ea typeface="Trebuchet MS"/>
          <a:cs typeface="Trebuchet MS"/>
          <a:sym typeface="Trebuchet M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diptinagar/Major-Project---Agriculture-Data-Analysi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371137" y="6439548"/>
            <a:ext cx="177401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</a:t>
            </a:fld>
            <a:endParaRPr/>
          </a:p>
        </p:txBody>
      </p:sp>
      <p:sp>
        <p:nvSpPr>
          <p:cNvPr id="248" name="Title 3"/>
          <p:cNvSpPr txBox="1">
            <a:spLocks noGrp="1"/>
          </p:cNvSpPr>
          <p:nvPr>
            <p:ph type="title"/>
          </p:nvPr>
        </p:nvSpPr>
        <p:spPr>
          <a:xfrm>
            <a:off x="678363" y="2844749"/>
            <a:ext cx="8956642" cy="743450"/>
          </a:xfrm>
          <a:prstGeom prst="rect">
            <a:avLst/>
          </a:prstGeom>
        </p:spPr>
        <p:txBody>
          <a:bodyPr/>
          <a:lstStyle/>
          <a:p>
            <a:pPr defTabSz="374904">
              <a:defRPr sz="2624"/>
            </a:pPr>
            <a:r>
              <a:t>Project Title - </a:t>
            </a:r>
            <a:r>
              <a:rPr b="1"/>
              <a:t>Seasonal Agriculture Performance Analysis</a:t>
            </a:r>
          </a:p>
        </p:txBody>
      </p:sp>
      <p:pic>
        <p:nvPicPr>
          <p:cNvPr id="249" name="Picture 5" descr="Picture 5"/>
          <p:cNvPicPr>
            <a:picLocks noChangeAspect="1"/>
          </p:cNvPicPr>
          <p:nvPr/>
        </p:nvPicPr>
        <p:blipFill>
          <a:blip r:embed="rId2"/>
          <a:srcRect t="96181"/>
          <a:stretch>
            <a:fillRect/>
          </a:stretch>
        </p:blipFill>
        <p:spPr>
          <a:xfrm>
            <a:off x="675956" y="6471920"/>
            <a:ext cx="2143126" cy="193041"/>
          </a:xfrm>
          <a:prstGeom prst="rect">
            <a:avLst/>
          </a:prstGeom>
          <a:ln w="12700">
            <a:miter lim="400000"/>
          </a:ln>
        </p:spPr>
      </p:pic>
      <p:sp>
        <p:nvSpPr>
          <p:cNvPr id="250" name="TextBox 2"/>
          <p:cNvSpPr txBox="1"/>
          <p:nvPr/>
        </p:nvSpPr>
        <p:spPr>
          <a:xfrm>
            <a:off x="730612" y="4481541"/>
            <a:ext cx="6321999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/>
            </a:lvl1pPr>
          </a:lstStyle>
          <a:p>
            <a:r>
              <a:t>AICTE STU ID : STU684af1354fd1a1749741877 </a:t>
            </a:r>
          </a:p>
        </p:txBody>
      </p:sp>
      <p:sp>
        <p:nvSpPr>
          <p:cNvPr id="251" name="Student Name - Udipti Nagar…"/>
          <p:cNvSpPr txBox="1"/>
          <p:nvPr/>
        </p:nvSpPr>
        <p:spPr>
          <a:xfrm>
            <a:off x="708375" y="3463201"/>
            <a:ext cx="6119625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Student Name - Udipti Nagar</a:t>
            </a:r>
          </a:p>
          <a:p>
            <a:r>
              <a:t>College Name - Sagar Institute of Research and Technology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822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822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" grpId="0" animBg="1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371137" y="6439548"/>
            <a:ext cx="177401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254" name="Text Placeholder 1"/>
          <p:cNvSpPr txBox="1">
            <a:spLocks noGrp="1"/>
          </p:cNvSpPr>
          <p:nvPr>
            <p:ph type="body" sz="half" idx="1"/>
          </p:nvPr>
        </p:nvSpPr>
        <p:spPr>
          <a:xfrm>
            <a:off x="462724" y="1875555"/>
            <a:ext cx="7579361" cy="3607989"/>
          </a:xfrm>
          <a:prstGeom prst="rect">
            <a:avLst/>
          </a:prstGeom>
        </p:spPr>
        <p:txBody>
          <a:bodyPr/>
          <a:lstStyle/>
          <a:p>
            <a:pPr marL="0" indent="0" defTabSz="12700">
              <a:spcBef>
                <a:spcPts val="0"/>
              </a:spcBef>
              <a:buClrTx/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Agricultural activities are influenced by seasonal variations in environmental conditions, farming practices, resource availability and market conditions. As a result, agricultural performance may differ from one season to another.</a:t>
            </a:r>
          </a:p>
          <a:p>
            <a:pPr marL="0" indent="0" defTabSz="12700">
              <a:spcBef>
                <a:spcPts val="0"/>
              </a:spcBef>
              <a:buClrTx/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0" indent="0" defTabSz="12700">
              <a:spcBef>
                <a:spcPts val="0"/>
              </a:spcBef>
              <a:buClrTx/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However, raw agricultural data does not clearly explain how agricultural performance changes across seasons or what patterns can be observed in different seasonal conditions.</a:t>
            </a:r>
          </a:p>
          <a:p>
            <a:pPr marL="0" indent="0" defTabSz="12700">
              <a:spcBef>
                <a:spcPts val="0"/>
              </a:spcBef>
              <a:buClrTx/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0" indent="0" defTabSz="12700">
              <a:spcBef>
                <a:spcPts val="0"/>
              </a:spcBef>
              <a:buClrTx/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problem is to analyze the given agricultural dataset and investigate seasonal differences in agricultural performance by identifying meaningful patterns, trends, relationships and variations within the available data.</a:t>
            </a:r>
          </a:p>
        </p:txBody>
      </p:sp>
      <p:sp>
        <p:nvSpPr>
          <p:cNvPr id="255" name="Title 3"/>
          <p:cNvSpPr txBox="1">
            <a:spLocks noGrp="1"/>
          </p:cNvSpPr>
          <p:nvPr>
            <p:ph type="title"/>
          </p:nvPr>
        </p:nvSpPr>
        <p:spPr>
          <a:xfrm>
            <a:off x="754602" y="550416"/>
            <a:ext cx="6995605" cy="790112"/>
          </a:xfrm>
          <a:prstGeom prst="rect">
            <a:avLst/>
          </a:prstGeom>
        </p:spPr>
        <p:txBody>
          <a:bodyPr/>
          <a:lstStyle>
            <a:lvl1pPr>
              <a:defRPr sz="4300"/>
            </a:lvl1pPr>
          </a:lstStyle>
          <a:p>
            <a:r>
              <a:t>PROBLEM  STATEMENT</a:t>
            </a:r>
          </a:p>
        </p:txBody>
      </p:sp>
      <p:pic>
        <p:nvPicPr>
          <p:cNvPr id="256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9" cy="3264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57" name="Picture 5" descr="Picture 5"/>
          <p:cNvPicPr>
            <a:picLocks noChangeAspect="1"/>
          </p:cNvPicPr>
          <p:nvPr/>
        </p:nvPicPr>
        <p:blipFill>
          <a:blip r:embed="rId3"/>
          <a:srcRect t="96181"/>
          <a:stretch>
            <a:fillRect/>
          </a:stretch>
        </p:blipFill>
        <p:spPr>
          <a:xfrm>
            <a:off x="675956" y="6471920"/>
            <a:ext cx="2143126" cy="1930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5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2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" grpId="0" build="p" animBg="1" advAuto="0"/>
      <p:bldP spid="255" grpId="0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371137" y="6439548"/>
            <a:ext cx="177401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  <p:pic>
        <p:nvPicPr>
          <p:cNvPr id="260" name="Picture 4" descr="Picture 4"/>
          <p:cNvPicPr>
            <a:picLocks noChangeAspect="1"/>
          </p:cNvPicPr>
          <p:nvPr/>
        </p:nvPicPr>
        <p:blipFill>
          <a:blip r:embed="rId2"/>
          <a:srcRect t="96181"/>
          <a:stretch>
            <a:fillRect/>
          </a:stretch>
        </p:blipFill>
        <p:spPr>
          <a:xfrm>
            <a:off x="675956" y="6471920"/>
            <a:ext cx="2143126" cy="193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1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3"/>
          </a:xfrm>
          <a:prstGeom prst="rect">
            <a:avLst/>
          </a:prstGeom>
          <a:ln w="12700">
            <a:miter lim="400000"/>
          </a:ln>
        </p:spPr>
      </p:pic>
      <p:sp>
        <p:nvSpPr>
          <p:cNvPr id="262" name="Project Description"/>
          <p:cNvSpPr txBox="1"/>
          <p:nvPr/>
        </p:nvSpPr>
        <p:spPr>
          <a:xfrm>
            <a:off x="483255" y="572192"/>
            <a:ext cx="5046240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4300" b="1"/>
            </a:lvl1pPr>
          </a:lstStyle>
          <a:p>
            <a:r>
              <a:t>Project Description</a:t>
            </a:r>
          </a:p>
        </p:txBody>
      </p:sp>
      <p:sp>
        <p:nvSpPr>
          <p:cNvPr id="263" name="Seasonal Agriculture Performance Analysis is a data analytics project that examines agricultural activities across different seasons, crops, geographical areas, and farming conditions.…"/>
          <p:cNvSpPr txBox="1"/>
          <p:nvPr/>
        </p:nvSpPr>
        <p:spPr>
          <a:xfrm>
            <a:off x="222591" y="2171725"/>
            <a:ext cx="9332533" cy="34748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798">
                <a:latin typeface="Arial"/>
                <a:ea typeface="Arial"/>
                <a:cs typeface="Arial"/>
                <a:sym typeface="Arial"/>
              </a:defRPr>
            </a:pPr>
            <a:r>
              <a:t>Seasonal Agriculture Performance Analysis is a data analytics project that examines agricultural activities across different seasons, crops, geographical areas, and farming conditions. </a:t>
            </a:r>
          </a:p>
          <a:p>
            <a:pPr>
              <a:spcBef>
                <a:spcPts val="1200"/>
              </a:spcBef>
              <a:defRPr sz="1798">
                <a:latin typeface="Arial"/>
                <a:ea typeface="Arial"/>
                <a:cs typeface="Arial"/>
                <a:sym typeface="Arial"/>
              </a:defRPr>
            </a:pPr>
            <a:r>
              <a:t>The project analyzes environmental factors, farming practices, resource usage, crop yield, production, and economic performance to identify meaningful seasonal patterns, trends, relationships, and variations.</a:t>
            </a:r>
          </a:p>
          <a:p>
            <a:pPr>
              <a:spcBef>
                <a:spcPts val="1200"/>
              </a:spcBef>
              <a:defRPr sz="1798">
                <a:latin typeface="Arial"/>
                <a:ea typeface="Arial"/>
                <a:cs typeface="Arial"/>
                <a:sym typeface="Arial"/>
              </a:defRPr>
            </a:pPr>
            <a:r>
              <a:t>The analysis uses data cleaning, statistical analysis, visualization, correlation analysis, and seasonal comparisons to understand differences in agricultural performance. The findings are used to develop data-driven insights and recommendations for better seasonal agricultural planning.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371137" y="6439548"/>
            <a:ext cx="177401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sp>
        <p:nvSpPr>
          <p:cNvPr id="266" name="Text Placeholder 1"/>
          <p:cNvSpPr txBox="1">
            <a:spLocks noGrp="1"/>
          </p:cNvSpPr>
          <p:nvPr>
            <p:ph type="body" sz="half" idx="1"/>
          </p:nvPr>
        </p:nvSpPr>
        <p:spPr>
          <a:xfrm>
            <a:off x="484391" y="2064391"/>
            <a:ext cx="7904482" cy="3990024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ClrTx/>
              <a:buSzTx/>
              <a:buNone/>
              <a:defRPr sz="1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End Users: Farmers, Agricultural Planners &amp; Government Departments, Agricultural Researchers &amp; Data Analysts, Agricultural Consultants/Agronomists, and Farm Management Organizations.</a:t>
            </a:r>
          </a:p>
          <a:p>
            <a:pPr marL="0" indent="0">
              <a:spcBef>
                <a:spcPts val="1200"/>
              </a:spcBef>
              <a:buClrTx/>
              <a:buSzTx/>
              <a:buNone/>
              <a:defRPr sz="1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project provides these stakeholders with data-driven insights into seasonal crop performance, resource usage, environmental conditions, profitability, and agricultural trends to support better planning and decision-making.</a:t>
            </a:r>
          </a:p>
        </p:txBody>
      </p:sp>
      <p:sp>
        <p:nvSpPr>
          <p:cNvPr id="267" name="Title 3"/>
          <p:cNvSpPr txBox="1">
            <a:spLocks noGrp="1"/>
          </p:cNvSpPr>
          <p:nvPr>
            <p:ph type="title"/>
          </p:nvPr>
        </p:nvSpPr>
        <p:spPr>
          <a:xfrm>
            <a:off x="454130" y="876617"/>
            <a:ext cx="10046071" cy="802642"/>
          </a:xfrm>
          <a:prstGeom prst="rect">
            <a:avLst/>
          </a:prstGeom>
        </p:spPr>
        <p:txBody>
          <a:bodyPr/>
          <a:lstStyle>
            <a:lvl1pPr>
              <a:defRPr sz="4300"/>
            </a:lvl1pPr>
          </a:lstStyle>
          <a:p>
            <a:r>
              <a:t>WHO ARE THE END USERS?</a:t>
            </a:r>
          </a:p>
        </p:txBody>
      </p:sp>
      <p:pic>
        <p:nvPicPr>
          <p:cNvPr id="268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3"/>
            <a:ext cx="2181226" cy="4857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6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" grpId="0" build="p" bldLvl="5" animBg="1" advAuto="0"/>
      <p:bldP spid="267" grpId="0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371137" y="6439548"/>
            <a:ext cx="177401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pic>
        <p:nvPicPr>
          <p:cNvPr id="271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59" y="6410461"/>
            <a:ext cx="3706253" cy="296093"/>
          </a:xfrm>
          <a:prstGeom prst="rect">
            <a:avLst/>
          </a:prstGeom>
          <a:ln w="12700">
            <a:miter lim="400000"/>
          </a:ln>
        </p:spPr>
      </p:pic>
      <p:pic>
        <p:nvPicPr>
          <p:cNvPr id="272" name="Picture 1" descr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0800" y="3820159"/>
            <a:ext cx="1727200" cy="3010025"/>
          </a:xfrm>
          <a:prstGeom prst="rect">
            <a:avLst/>
          </a:prstGeom>
          <a:ln w="12700">
            <a:miter lim="400000"/>
          </a:ln>
        </p:spPr>
      </p:pic>
      <p:sp>
        <p:nvSpPr>
          <p:cNvPr id="273" name="Text Placeholder 6"/>
          <p:cNvSpPr txBox="1">
            <a:spLocks noGrp="1"/>
          </p:cNvSpPr>
          <p:nvPr>
            <p:ph type="body" idx="1"/>
          </p:nvPr>
        </p:nvSpPr>
        <p:spPr>
          <a:xfrm>
            <a:off x="1583786" y="1361469"/>
            <a:ext cx="9027703" cy="5243449"/>
          </a:xfrm>
          <a:prstGeom prst="rect">
            <a:avLst/>
          </a:prstGeom>
        </p:spPr>
        <p:txBody>
          <a:bodyPr/>
          <a:lstStyle/>
          <a:p>
            <a:pPr marL="180273" indent="-180273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Python</a:t>
            </a:r>
            <a:r>
              <a:t> – Main programming language for data analysis</a:t>
            </a:r>
          </a:p>
          <a:p>
            <a:pPr marL="180273" indent="-180273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180273" indent="-180273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Google Colab</a:t>
            </a:r>
            <a:r>
              <a:t> – Cloud-based environment for developing and executing the project</a:t>
            </a:r>
          </a:p>
          <a:p>
            <a:pPr marL="180273" indent="-180273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180273" indent="-180273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Pandas</a:t>
            </a:r>
            <a:r>
              <a:t> – Data loading, cleaning, manipulation, and aggregation</a:t>
            </a:r>
          </a:p>
          <a:p>
            <a:pPr marL="180273" indent="-180273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180273" indent="-180273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NumPy</a:t>
            </a:r>
            <a:r>
              <a:t> – Numerical computations and data processing</a:t>
            </a:r>
          </a:p>
          <a:p>
            <a:pPr marL="180273" indent="-180273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180273" indent="-180273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Matplotlib</a:t>
            </a:r>
            <a:r>
              <a:t> – Data visualization and plotting</a:t>
            </a:r>
          </a:p>
          <a:p>
            <a:pPr marL="180273" indent="-180273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180273" indent="-180273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Seaborn </a:t>
            </a:r>
            <a:r>
              <a:t>– Statistical and comparative visualizations</a:t>
            </a:r>
          </a:p>
          <a:p>
            <a:pPr marL="180273" indent="-180273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180273" indent="-180273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SciPy</a:t>
            </a:r>
            <a:r>
              <a:t> – Statistical analysis and hypothesis testing</a:t>
            </a:r>
          </a:p>
          <a:p>
            <a:pPr marL="180273" indent="-180273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180273" indent="-180273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CSV</a:t>
            </a:r>
            <a:r>
              <a:t> – Dataset/file format</a:t>
            </a:r>
          </a:p>
          <a:p>
            <a:pPr marL="180273" indent="-180273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180273" indent="-180273">
              <a:lnSpc>
                <a:spcPct val="100000"/>
              </a:lnSpc>
              <a:spcBef>
                <a:spcPts val="0"/>
              </a:spcBef>
              <a:buClrTx/>
              <a:buSzPct val="100000"/>
              <a:buChar char="•"/>
              <a:defRPr sz="1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GitHub</a:t>
            </a:r>
            <a:r>
              <a:t> – Project code and notebook version control/storage</a:t>
            </a:r>
          </a:p>
        </p:txBody>
      </p:sp>
      <p:sp>
        <p:nvSpPr>
          <p:cNvPr id="274" name="Title 8"/>
          <p:cNvSpPr txBox="1">
            <a:spLocks noGrp="1"/>
          </p:cNvSpPr>
          <p:nvPr>
            <p:ph type="title"/>
          </p:nvPr>
        </p:nvSpPr>
        <p:spPr>
          <a:xfrm>
            <a:off x="660398" y="430566"/>
            <a:ext cx="5306293" cy="847817"/>
          </a:xfrm>
          <a:prstGeom prst="rect">
            <a:avLst/>
          </a:prstGeom>
        </p:spPr>
        <p:txBody>
          <a:bodyPr/>
          <a:lstStyle/>
          <a:p>
            <a:r>
              <a:t>Technology Used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2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2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2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2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2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27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7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7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27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7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7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27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7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7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0" fill="hold"/>
                                        <p:tgtEl>
                                          <p:spTgt spid="27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7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7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27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7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7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2" fill="hold"/>
                                        <p:tgtEl>
                                          <p:spTgt spid="27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7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7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" grpId="0" build="p" bldLvl="5" animBg="1" advAuto="0"/>
      <p:bldP spid="274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371137" y="6439548"/>
            <a:ext cx="177401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  <p:pic>
        <p:nvPicPr>
          <p:cNvPr id="277" name="Picture 4" descr="Picture 4"/>
          <p:cNvPicPr>
            <a:picLocks noChangeAspect="1"/>
          </p:cNvPicPr>
          <p:nvPr/>
        </p:nvPicPr>
        <p:blipFill>
          <a:blip r:embed="rId2"/>
          <a:srcRect t="96181"/>
          <a:stretch>
            <a:fillRect/>
          </a:stretch>
        </p:blipFill>
        <p:spPr>
          <a:xfrm>
            <a:off x="675956" y="6471920"/>
            <a:ext cx="2143126" cy="193041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Title 3"/>
          <p:cNvSpPr txBox="1">
            <a:spLocks noGrp="1"/>
          </p:cNvSpPr>
          <p:nvPr>
            <p:ph type="title"/>
          </p:nvPr>
        </p:nvSpPr>
        <p:spPr>
          <a:xfrm>
            <a:off x="675956" y="370588"/>
            <a:ext cx="2981644" cy="830999"/>
          </a:xfrm>
          <a:prstGeom prst="rect">
            <a:avLst/>
          </a:prstGeom>
        </p:spPr>
        <p:txBody>
          <a:bodyPr/>
          <a:lstStyle/>
          <a:p>
            <a:r>
              <a:t>RESULTS </a:t>
            </a:r>
          </a:p>
        </p:txBody>
      </p:sp>
      <p:grpSp>
        <p:nvGrpSpPr>
          <p:cNvPr id="281" name="Image Gallery"/>
          <p:cNvGrpSpPr/>
          <p:nvPr/>
        </p:nvGrpSpPr>
        <p:grpSpPr>
          <a:xfrm>
            <a:off x="794336" y="1315542"/>
            <a:ext cx="9821334" cy="5156201"/>
            <a:chOff x="0" y="0"/>
            <a:chExt cx="9821333" cy="5156200"/>
          </a:xfrm>
        </p:grpSpPr>
        <p:pic>
          <p:nvPicPr>
            <p:cNvPr id="279" name="Screenshot 2026-09-06 at 2.50.37 PM.png" descr="Screenshot 2026-09-06 at 2.50.37 PM.png"/>
            <p:cNvPicPr>
              <a:picLocks noChangeAspect="1"/>
            </p:cNvPicPr>
            <p:nvPr/>
          </p:nvPicPr>
          <p:blipFill>
            <a:blip r:embed="rId3"/>
            <a:srcRect l="1049" r="1049"/>
            <a:stretch>
              <a:fillRect/>
            </a:stretch>
          </p:blipFill>
          <p:spPr>
            <a:xfrm>
              <a:off x="0" y="0"/>
              <a:ext cx="9821334" cy="46609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80" name="Caption"/>
            <p:cNvSpPr/>
            <p:nvPr/>
          </p:nvSpPr>
          <p:spPr>
            <a:xfrm>
              <a:off x="0" y="4737100"/>
              <a:ext cx="9821334" cy="419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6200" tIns="76200" rIns="76200" bIns="76200" numCol="1" anchor="t">
              <a:noAutofit/>
            </a:bodyPr>
            <a:lstStyle/>
            <a:p>
              <a:r>
                <a:t>Caption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371137" y="6439548"/>
            <a:ext cx="177401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pic>
        <p:nvPicPr>
          <p:cNvPr id="284" name="Picture 4" descr="Picture 4"/>
          <p:cNvPicPr>
            <a:picLocks noChangeAspect="1"/>
          </p:cNvPicPr>
          <p:nvPr/>
        </p:nvPicPr>
        <p:blipFill>
          <a:blip r:embed="rId2"/>
          <a:srcRect t="96181"/>
          <a:stretch>
            <a:fillRect/>
          </a:stretch>
        </p:blipFill>
        <p:spPr>
          <a:xfrm>
            <a:off x="675956" y="6471920"/>
            <a:ext cx="2143126" cy="193041"/>
          </a:xfrm>
          <a:prstGeom prst="rect">
            <a:avLst/>
          </a:prstGeom>
          <a:ln w="12700">
            <a:miter lim="400000"/>
          </a:ln>
        </p:spPr>
      </p:pic>
      <p:sp>
        <p:nvSpPr>
          <p:cNvPr id="285" name="Title 3"/>
          <p:cNvSpPr txBox="1">
            <a:spLocks noGrp="1"/>
          </p:cNvSpPr>
          <p:nvPr>
            <p:ph type="title"/>
          </p:nvPr>
        </p:nvSpPr>
        <p:spPr>
          <a:xfrm>
            <a:off x="675956" y="370588"/>
            <a:ext cx="2981644" cy="830999"/>
          </a:xfrm>
          <a:prstGeom prst="rect">
            <a:avLst/>
          </a:prstGeom>
        </p:spPr>
        <p:txBody>
          <a:bodyPr/>
          <a:lstStyle/>
          <a:p>
            <a:r>
              <a:t>RESULTS </a:t>
            </a:r>
          </a:p>
        </p:txBody>
      </p:sp>
      <p:grpSp>
        <p:nvGrpSpPr>
          <p:cNvPr id="288" name="Image Gallery"/>
          <p:cNvGrpSpPr/>
          <p:nvPr/>
        </p:nvGrpSpPr>
        <p:grpSpPr>
          <a:xfrm>
            <a:off x="711397" y="1268148"/>
            <a:ext cx="9821334" cy="5156201"/>
            <a:chOff x="0" y="0"/>
            <a:chExt cx="9821333" cy="5156200"/>
          </a:xfrm>
        </p:grpSpPr>
        <p:pic>
          <p:nvPicPr>
            <p:cNvPr id="286" name="Screenshot 2026-09-06 at 2.50.55 PM.png" descr="Screenshot 2026-09-06 at 2.50.55 PM.png"/>
            <p:cNvPicPr>
              <a:picLocks noChangeAspect="1"/>
            </p:cNvPicPr>
            <p:nvPr/>
          </p:nvPicPr>
          <p:blipFill>
            <a:blip r:embed="rId3"/>
            <a:srcRect t="5388" b="5388"/>
            <a:stretch>
              <a:fillRect/>
            </a:stretch>
          </p:blipFill>
          <p:spPr>
            <a:xfrm>
              <a:off x="0" y="0"/>
              <a:ext cx="9821334" cy="46609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87" name="Caption"/>
            <p:cNvSpPr/>
            <p:nvPr/>
          </p:nvSpPr>
          <p:spPr>
            <a:xfrm>
              <a:off x="0" y="4737100"/>
              <a:ext cx="9821334" cy="419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6200" tIns="76200" rIns="76200" bIns="76200" numCol="1" anchor="t">
              <a:noAutofit/>
            </a:bodyPr>
            <a:lstStyle/>
            <a:p>
              <a:r>
                <a:t>Caption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" grpId="0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371137" y="6439548"/>
            <a:ext cx="177401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pic>
        <p:nvPicPr>
          <p:cNvPr id="291" name="Picture 4" descr="Picture 4"/>
          <p:cNvPicPr>
            <a:picLocks noChangeAspect="1"/>
          </p:cNvPicPr>
          <p:nvPr/>
        </p:nvPicPr>
        <p:blipFill>
          <a:blip r:embed="rId2"/>
          <a:srcRect t="96181"/>
          <a:stretch>
            <a:fillRect/>
          </a:stretch>
        </p:blipFill>
        <p:spPr>
          <a:xfrm>
            <a:off x="675956" y="6471920"/>
            <a:ext cx="2143126" cy="193041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Title 3"/>
          <p:cNvSpPr txBox="1">
            <a:spLocks noGrp="1"/>
          </p:cNvSpPr>
          <p:nvPr>
            <p:ph type="title"/>
          </p:nvPr>
        </p:nvSpPr>
        <p:spPr>
          <a:xfrm>
            <a:off x="675956" y="370588"/>
            <a:ext cx="2981644" cy="830999"/>
          </a:xfrm>
          <a:prstGeom prst="rect">
            <a:avLst/>
          </a:prstGeom>
        </p:spPr>
        <p:txBody>
          <a:bodyPr/>
          <a:lstStyle/>
          <a:p>
            <a:r>
              <a:t>RESULTS </a:t>
            </a:r>
          </a:p>
        </p:txBody>
      </p:sp>
      <p:grpSp>
        <p:nvGrpSpPr>
          <p:cNvPr id="295" name="Image Gallery"/>
          <p:cNvGrpSpPr/>
          <p:nvPr/>
        </p:nvGrpSpPr>
        <p:grpSpPr>
          <a:xfrm>
            <a:off x="841729" y="1339239"/>
            <a:ext cx="9821334" cy="5156201"/>
            <a:chOff x="0" y="0"/>
            <a:chExt cx="9821333" cy="5156200"/>
          </a:xfrm>
        </p:grpSpPr>
        <p:pic>
          <p:nvPicPr>
            <p:cNvPr id="293" name="Screenshot 2026-09-06 at 2.51.22 PM.png" descr="Screenshot 2026-09-06 at 2.51.22 PM.png"/>
            <p:cNvPicPr>
              <a:picLocks noChangeAspect="1"/>
            </p:cNvPicPr>
            <p:nvPr/>
          </p:nvPicPr>
          <p:blipFill>
            <a:blip r:embed="rId3"/>
            <a:srcRect t="6056" b="6056"/>
            <a:stretch>
              <a:fillRect/>
            </a:stretch>
          </p:blipFill>
          <p:spPr>
            <a:xfrm>
              <a:off x="0" y="0"/>
              <a:ext cx="9821334" cy="46609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94" name="Caption"/>
            <p:cNvSpPr/>
            <p:nvPr/>
          </p:nvSpPr>
          <p:spPr>
            <a:xfrm>
              <a:off x="0" y="4737100"/>
              <a:ext cx="9821334" cy="419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6200" tIns="76200" rIns="76200" bIns="76200" numCol="1" anchor="t">
              <a:noAutofit/>
            </a:bodyPr>
            <a:lstStyle/>
            <a:p>
              <a:r>
                <a:t>Caption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371137" y="6439548"/>
            <a:ext cx="177401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  <p:pic>
        <p:nvPicPr>
          <p:cNvPr id="298" name="Picture 4" descr="Picture 4"/>
          <p:cNvPicPr>
            <a:picLocks noChangeAspect="1"/>
          </p:cNvPicPr>
          <p:nvPr/>
        </p:nvPicPr>
        <p:blipFill>
          <a:blip r:embed="rId2"/>
          <a:srcRect t="96181"/>
          <a:stretch>
            <a:fillRect/>
          </a:stretch>
        </p:blipFill>
        <p:spPr>
          <a:xfrm>
            <a:off x="675956" y="6471920"/>
            <a:ext cx="2143126" cy="193041"/>
          </a:xfrm>
          <a:prstGeom prst="rect">
            <a:avLst/>
          </a:prstGeom>
          <a:ln w="12700">
            <a:miter lim="400000"/>
          </a:ln>
        </p:spPr>
      </p:pic>
      <p:sp>
        <p:nvSpPr>
          <p:cNvPr id="299" name="Title 3"/>
          <p:cNvSpPr txBox="1">
            <a:spLocks noGrp="1"/>
          </p:cNvSpPr>
          <p:nvPr>
            <p:ph type="title"/>
          </p:nvPr>
        </p:nvSpPr>
        <p:spPr>
          <a:xfrm>
            <a:off x="675956" y="370588"/>
            <a:ext cx="2981644" cy="830999"/>
          </a:xfrm>
          <a:prstGeom prst="rect">
            <a:avLst/>
          </a:prstGeom>
        </p:spPr>
        <p:txBody>
          <a:bodyPr/>
          <a:lstStyle/>
          <a:p>
            <a:r>
              <a:t>RESULTS </a:t>
            </a:r>
          </a:p>
        </p:txBody>
      </p:sp>
      <p:grpSp>
        <p:nvGrpSpPr>
          <p:cNvPr id="302" name="Image Gallery"/>
          <p:cNvGrpSpPr/>
          <p:nvPr/>
        </p:nvGrpSpPr>
        <p:grpSpPr>
          <a:xfrm>
            <a:off x="818033" y="1279997"/>
            <a:ext cx="9821334" cy="5156201"/>
            <a:chOff x="0" y="0"/>
            <a:chExt cx="9821333" cy="5156200"/>
          </a:xfrm>
        </p:grpSpPr>
        <p:pic>
          <p:nvPicPr>
            <p:cNvPr id="300" name="Screenshot 2026-09-06 at 2.51.40 PM.png" descr="Screenshot 2026-09-06 at 2.51.40 PM.png"/>
            <p:cNvPicPr>
              <a:picLocks noChangeAspect="1"/>
            </p:cNvPicPr>
            <p:nvPr/>
          </p:nvPicPr>
          <p:blipFill>
            <a:blip r:embed="rId3"/>
            <a:srcRect t="2242" b="2242"/>
            <a:stretch>
              <a:fillRect/>
            </a:stretch>
          </p:blipFill>
          <p:spPr>
            <a:xfrm>
              <a:off x="0" y="0"/>
              <a:ext cx="9821334" cy="46609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01" name="Caption"/>
            <p:cNvSpPr/>
            <p:nvPr/>
          </p:nvSpPr>
          <p:spPr>
            <a:xfrm>
              <a:off x="0" y="4737100"/>
              <a:ext cx="9821334" cy="419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6200" tIns="76200" rIns="76200" bIns="76200" numCol="1" anchor="t">
              <a:noAutofit/>
            </a:bodyPr>
            <a:lstStyle/>
            <a:p>
              <a:r>
                <a:t>Caption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" grpId="0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297876" y="6439548"/>
            <a:ext cx="250662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  <p:pic>
        <p:nvPicPr>
          <p:cNvPr id="305" name="Picture 4" descr="Picture 4"/>
          <p:cNvPicPr>
            <a:picLocks noChangeAspect="1"/>
          </p:cNvPicPr>
          <p:nvPr/>
        </p:nvPicPr>
        <p:blipFill>
          <a:blip r:embed="rId2"/>
          <a:srcRect t="96181"/>
          <a:stretch>
            <a:fillRect/>
          </a:stretch>
        </p:blipFill>
        <p:spPr>
          <a:xfrm>
            <a:off x="675956" y="6471920"/>
            <a:ext cx="2143126" cy="193041"/>
          </a:xfrm>
          <a:prstGeom prst="rect">
            <a:avLst/>
          </a:prstGeom>
          <a:ln w="12700">
            <a:miter lim="400000"/>
          </a:ln>
        </p:spPr>
      </p:pic>
      <p:sp>
        <p:nvSpPr>
          <p:cNvPr id="306" name="Title 3"/>
          <p:cNvSpPr txBox="1">
            <a:spLocks noGrp="1"/>
          </p:cNvSpPr>
          <p:nvPr>
            <p:ph type="title"/>
          </p:nvPr>
        </p:nvSpPr>
        <p:spPr>
          <a:xfrm>
            <a:off x="675956" y="370588"/>
            <a:ext cx="2981644" cy="830999"/>
          </a:xfrm>
          <a:prstGeom prst="rect">
            <a:avLst/>
          </a:prstGeom>
        </p:spPr>
        <p:txBody>
          <a:bodyPr/>
          <a:lstStyle/>
          <a:p>
            <a:r>
              <a:t>RESULTS </a:t>
            </a:r>
          </a:p>
        </p:txBody>
      </p:sp>
      <p:grpSp>
        <p:nvGrpSpPr>
          <p:cNvPr id="309" name="Image Gallery"/>
          <p:cNvGrpSpPr/>
          <p:nvPr/>
        </p:nvGrpSpPr>
        <p:grpSpPr>
          <a:xfrm>
            <a:off x="699549" y="1291845"/>
            <a:ext cx="9821334" cy="5156201"/>
            <a:chOff x="0" y="0"/>
            <a:chExt cx="9821333" cy="5156200"/>
          </a:xfrm>
        </p:grpSpPr>
        <p:pic>
          <p:nvPicPr>
            <p:cNvPr id="307" name="Screenshot 2026-09-06 at 2.52.00 PM.png" descr="Screenshot 2026-09-06 at 2.52.00 PM.png"/>
            <p:cNvPicPr>
              <a:picLocks noChangeAspect="1"/>
            </p:cNvPicPr>
            <p:nvPr/>
          </p:nvPicPr>
          <p:blipFill>
            <a:blip r:embed="rId3"/>
            <a:srcRect t="5698" b="5698"/>
            <a:stretch>
              <a:fillRect/>
            </a:stretch>
          </p:blipFill>
          <p:spPr>
            <a:xfrm>
              <a:off x="0" y="0"/>
              <a:ext cx="9821334" cy="46609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08" name="Caption"/>
            <p:cNvSpPr/>
            <p:nvPr/>
          </p:nvSpPr>
          <p:spPr>
            <a:xfrm>
              <a:off x="0" y="4737100"/>
              <a:ext cx="9821334" cy="419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6200" tIns="76200" rIns="76200" bIns="76200" numCol="1" anchor="t">
              <a:noAutofit/>
            </a:bodyPr>
            <a:lstStyle/>
            <a:p>
              <a:r>
                <a:t>Caption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" grpId="0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297876" y="6439548"/>
            <a:ext cx="250662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  <p:pic>
        <p:nvPicPr>
          <p:cNvPr id="312" name="Picture 4" descr="Picture 4"/>
          <p:cNvPicPr>
            <a:picLocks noChangeAspect="1"/>
          </p:cNvPicPr>
          <p:nvPr/>
        </p:nvPicPr>
        <p:blipFill>
          <a:blip r:embed="rId2"/>
          <a:srcRect t="96181"/>
          <a:stretch>
            <a:fillRect/>
          </a:stretch>
        </p:blipFill>
        <p:spPr>
          <a:xfrm>
            <a:off x="675956" y="6471920"/>
            <a:ext cx="2143126" cy="193041"/>
          </a:xfrm>
          <a:prstGeom prst="rect">
            <a:avLst/>
          </a:prstGeom>
          <a:ln w="12700">
            <a:miter lim="400000"/>
          </a:ln>
        </p:spPr>
      </p:pic>
      <p:sp>
        <p:nvSpPr>
          <p:cNvPr id="313" name="Title 3"/>
          <p:cNvSpPr txBox="1">
            <a:spLocks noGrp="1"/>
          </p:cNvSpPr>
          <p:nvPr>
            <p:ph type="title"/>
          </p:nvPr>
        </p:nvSpPr>
        <p:spPr>
          <a:xfrm>
            <a:off x="557472" y="927463"/>
            <a:ext cx="4735800" cy="830998"/>
          </a:xfrm>
          <a:prstGeom prst="rect">
            <a:avLst/>
          </a:prstGeom>
        </p:spPr>
        <p:txBody>
          <a:bodyPr/>
          <a:lstStyle>
            <a:lvl1pPr>
              <a:defRPr sz="4300"/>
            </a:lvl1pPr>
          </a:lstStyle>
          <a:p>
            <a:r>
              <a:t>Future scope</a:t>
            </a:r>
          </a:p>
        </p:txBody>
      </p:sp>
      <p:sp>
        <p:nvSpPr>
          <p:cNvPr id="314" name="The project can be extended by integrating real-time weather data, machine learning-based yield prediction, crop recommendation systems, resource optimization, disease and pest prediction, larger geographical datasets, and interactive dashboards.…"/>
          <p:cNvSpPr txBox="1"/>
          <p:nvPr/>
        </p:nvSpPr>
        <p:spPr>
          <a:xfrm>
            <a:off x="424013" y="2278361"/>
            <a:ext cx="8120534" cy="19508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798">
                <a:latin typeface="Arial"/>
                <a:ea typeface="Arial"/>
                <a:cs typeface="Arial"/>
                <a:sym typeface="Arial"/>
              </a:defRPr>
            </a:pPr>
            <a:r>
              <a:t>The project can be extended by integrating real-time weather data, machine learning-based yield prediction, crop recommendation systems, resource optimization, disease and pest prediction, larger geographical datasets, and interactive dashboards. </a:t>
            </a:r>
          </a:p>
          <a:p>
            <a:pPr>
              <a:defRPr sz="1798"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>
              <a:defRPr sz="1798">
                <a:latin typeface="Arial"/>
                <a:ea typeface="Arial"/>
                <a:cs typeface="Arial"/>
                <a:sym typeface="Arial"/>
              </a:defRPr>
            </a:pPr>
            <a:r>
              <a:t>These enhancements can transform the current analytical study into a more comprehensive agricultural decision-support system.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" grpId="0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297876" y="6439548"/>
            <a:ext cx="250662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  <p:pic>
        <p:nvPicPr>
          <p:cNvPr id="317" name="Picture 4" descr="Picture 4"/>
          <p:cNvPicPr>
            <a:picLocks noChangeAspect="1"/>
          </p:cNvPicPr>
          <p:nvPr/>
        </p:nvPicPr>
        <p:blipFill>
          <a:blip r:embed="rId2"/>
          <a:srcRect t="96181"/>
          <a:stretch>
            <a:fillRect/>
          </a:stretch>
        </p:blipFill>
        <p:spPr>
          <a:xfrm>
            <a:off x="675956" y="6471920"/>
            <a:ext cx="2143126" cy="193041"/>
          </a:xfrm>
          <a:prstGeom prst="rect">
            <a:avLst/>
          </a:prstGeom>
          <a:ln w="12700">
            <a:miter lim="400000"/>
          </a:ln>
        </p:spPr>
      </p:pic>
      <p:sp>
        <p:nvSpPr>
          <p:cNvPr id="318" name="Title 3"/>
          <p:cNvSpPr txBox="1">
            <a:spLocks noGrp="1"/>
          </p:cNvSpPr>
          <p:nvPr>
            <p:ph type="title"/>
          </p:nvPr>
        </p:nvSpPr>
        <p:spPr>
          <a:xfrm>
            <a:off x="675956" y="370588"/>
            <a:ext cx="4735800" cy="830999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t>GitHub Link</a:t>
            </a:r>
          </a:p>
        </p:txBody>
      </p:sp>
      <p:sp>
        <p:nvSpPr>
          <p:cNvPr id="319" name="https://github.com/udiptinagar/Major-Project---Agriculture-Data-Analysis"/>
          <p:cNvSpPr txBox="1"/>
          <p:nvPr/>
        </p:nvSpPr>
        <p:spPr>
          <a:xfrm>
            <a:off x="1407430" y="2811539"/>
            <a:ext cx="7761683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u="sng">
                <a:solidFill>
                  <a:srgbClr val="3FCDE7"/>
                </a:solidFill>
                <a:uFill>
                  <a:solidFill>
                    <a:srgbClr val="3FCDE7"/>
                  </a:solidFill>
                </a:uFill>
                <a:hlinkClick r:id="rId3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3FCDE7"/>
                </a:solidFill>
                <a:uFill>
                  <a:solidFill>
                    <a:srgbClr val="3FCDE7"/>
                  </a:solidFill>
                </a:uFill>
                <a:hlinkClick r:id="rId3"/>
              </a:rPr>
              <a:t>https://github.com/udiptinagar/Major-Project---Agriculture-Data-Analysis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" grpId="0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297876" y="6439548"/>
            <a:ext cx="250662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pic>
        <p:nvPicPr>
          <p:cNvPr id="322" name="Picture 4" descr="Picture 4"/>
          <p:cNvPicPr>
            <a:picLocks noChangeAspect="1"/>
          </p:cNvPicPr>
          <p:nvPr/>
        </p:nvPicPr>
        <p:blipFill>
          <a:blip r:embed="rId2"/>
          <a:srcRect t="96181"/>
          <a:stretch>
            <a:fillRect/>
          </a:stretch>
        </p:blipFill>
        <p:spPr>
          <a:xfrm>
            <a:off x="675956" y="6471920"/>
            <a:ext cx="2143126" cy="193041"/>
          </a:xfrm>
          <a:prstGeom prst="rect">
            <a:avLst/>
          </a:prstGeom>
          <a:ln w="12700">
            <a:miter lim="400000"/>
          </a:ln>
        </p:spPr>
      </p:pic>
      <p:sp>
        <p:nvSpPr>
          <p:cNvPr id="323" name="Title 3"/>
          <p:cNvSpPr txBox="1">
            <a:spLocks noGrp="1"/>
          </p:cNvSpPr>
          <p:nvPr>
            <p:ph type="title"/>
          </p:nvPr>
        </p:nvSpPr>
        <p:spPr>
          <a:xfrm>
            <a:off x="675957" y="370588"/>
            <a:ext cx="8351388" cy="884660"/>
          </a:xfrm>
          <a:prstGeom prst="rect">
            <a:avLst/>
          </a:prstGeom>
        </p:spPr>
        <p:txBody>
          <a:bodyPr/>
          <a:lstStyle/>
          <a:p>
            <a:pPr defTabSz="438911">
              <a:defRPr sz="2688"/>
            </a:pPr>
            <a:r>
              <a:t>VOIS Course completion certificate - </a:t>
            </a:r>
            <a:br/>
            <a:r>
              <a:t>Course name- Data Visualization </a:t>
            </a:r>
          </a:p>
        </p:txBody>
      </p:sp>
      <p:grpSp>
        <p:nvGrpSpPr>
          <p:cNvPr id="326" name="Image Gallery"/>
          <p:cNvGrpSpPr/>
          <p:nvPr/>
        </p:nvGrpSpPr>
        <p:grpSpPr>
          <a:xfrm>
            <a:off x="2239840" y="1677188"/>
            <a:ext cx="6185080" cy="4868091"/>
            <a:chOff x="0" y="0"/>
            <a:chExt cx="6185079" cy="4868089"/>
          </a:xfrm>
        </p:grpSpPr>
        <p:pic>
          <p:nvPicPr>
            <p:cNvPr id="324" name="Certificate.pdf" descr="Certificate.pdf"/>
            <p:cNvPicPr>
              <a:picLocks noChangeAspect="1"/>
            </p:cNvPicPr>
            <p:nvPr/>
          </p:nvPicPr>
          <p:blipFill>
            <a:blip r:embed="rId3"/>
            <a:srcRect t="6" b="6"/>
            <a:stretch>
              <a:fillRect/>
            </a:stretch>
          </p:blipFill>
          <p:spPr>
            <a:xfrm>
              <a:off x="0" y="0"/>
              <a:ext cx="6185080" cy="43727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5" name="Caption"/>
            <p:cNvSpPr/>
            <p:nvPr/>
          </p:nvSpPr>
          <p:spPr>
            <a:xfrm>
              <a:off x="0" y="4448989"/>
              <a:ext cx="6185080" cy="419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6200" tIns="76200" rIns="76200" bIns="76200" numCol="1" anchor="t">
              <a:noAutofit/>
            </a:bodyPr>
            <a:lstStyle/>
            <a:p>
              <a:r>
                <a:t>Caption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" grpId="0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297876" y="6439548"/>
            <a:ext cx="250662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  <p:sp>
        <p:nvSpPr>
          <p:cNvPr id="329" name="Title 1"/>
          <p:cNvSpPr txBox="1">
            <a:spLocks noGrp="1"/>
          </p:cNvSpPr>
          <p:nvPr>
            <p:ph type="title"/>
          </p:nvPr>
        </p:nvSpPr>
        <p:spPr>
          <a:xfrm>
            <a:off x="431999" y="647699"/>
            <a:ext cx="11340002" cy="700116"/>
          </a:xfrm>
          <a:prstGeom prst="rect">
            <a:avLst/>
          </a:prstGeom>
        </p:spPr>
        <p:txBody>
          <a:bodyPr/>
          <a:lstStyle>
            <a:lvl1pPr defTabSz="443484">
              <a:defRPr sz="4171"/>
            </a:lvl1pPr>
          </a:lstStyle>
          <a:p>
            <a:r>
              <a:t>Thank you</a:t>
            </a:r>
          </a:p>
        </p:txBody>
      </p:sp>
      <p:sp>
        <p:nvSpPr>
          <p:cNvPr id="330" name="Text Placeholder 30"/>
          <p:cNvSpPr txBox="1">
            <a:spLocks noGrp="1"/>
          </p:cNvSpPr>
          <p:nvPr>
            <p:ph type="body" sz="quarter" idx="1"/>
          </p:nvPr>
        </p:nvSpPr>
        <p:spPr>
          <a:xfrm>
            <a:off x="3727865" y="4641925"/>
            <a:ext cx="2139696" cy="1108636"/>
          </a:xfrm>
          <a:prstGeom prst="rect">
            <a:avLst/>
          </a:prstGeom>
        </p:spPr>
        <p:txBody>
          <a:bodyPr/>
          <a:lstStyle>
            <a:lvl1pPr>
              <a:defRPr sz="1600" b="0">
                <a:solidFill>
                  <a:srgbClr val="000000"/>
                </a:solidFill>
              </a:defRPr>
            </a:lvl1pPr>
          </a:lstStyle>
          <a:p>
            <a:r>
              <a:t>.</a:t>
            </a:r>
          </a:p>
        </p:txBody>
      </p:sp>
      <p:sp>
        <p:nvSpPr>
          <p:cNvPr id="331" name="Text Placeholder 30"/>
          <p:cNvSpPr txBox="1"/>
          <p:nvPr/>
        </p:nvSpPr>
        <p:spPr>
          <a:xfrm>
            <a:off x="8637083" y="4641925"/>
            <a:ext cx="2048256" cy="11086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algn="ctr">
              <a:spcBef>
                <a:spcPts val="1000"/>
              </a:spcBef>
              <a:defRPr sz="1600"/>
            </a:lvl1pPr>
          </a:lstStyle>
          <a:p>
            <a:r>
              <a:t>.</a:t>
            </a:r>
          </a:p>
        </p:txBody>
      </p:sp>
      <p:pic>
        <p:nvPicPr>
          <p:cNvPr id="332" name="Picture 14" descr="Picture 14"/>
          <p:cNvPicPr>
            <a:picLocks noChangeAspect="1"/>
          </p:cNvPicPr>
          <p:nvPr/>
        </p:nvPicPr>
        <p:blipFill>
          <a:blip r:embed="rId2"/>
          <a:srcRect t="96181"/>
          <a:stretch>
            <a:fillRect/>
          </a:stretch>
        </p:blipFill>
        <p:spPr>
          <a:xfrm>
            <a:off x="675956" y="6471920"/>
            <a:ext cx="2143126" cy="193041"/>
          </a:xfrm>
          <a:prstGeom prst="rect">
            <a:avLst/>
          </a:prstGeom>
          <a:ln w="12700">
            <a:miter lim="400000"/>
          </a:ln>
        </p:spPr>
      </p:pic>
      <p:sp>
        <p:nvSpPr>
          <p:cNvPr id="333" name="Text Placeholder 11"/>
          <p:cNvSpPr>
            <a:spLocks noGrp="1"/>
          </p:cNvSpPr>
          <p:nvPr>
            <p:ph type="body" idx="26"/>
          </p:nvPr>
        </p:nvSpPr>
        <p:spPr>
          <a:xfrm>
            <a:off x="2975013" y="3962572"/>
            <a:ext cx="2139696" cy="344313"/>
          </a:xfrm>
          <a:prstGeom prst="rect">
            <a:avLst/>
          </a:prstGeom>
        </p:spPr>
        <p:txBody>
          <a:bodyPr/>
          <a:lstStyle/>
          <a:p>
            <a:pPr marL="0" indent="0" algn="ctr">
              <a:lnSpc>
                <a:spcPct val="80000"/>
              </a:lnSpc>
              <a:buClrTx/>
              <a:buSzTx/>
              <a:buNone/>
              <a:defRPr b="1">
                <a:solidFill>
                  <a:schemeClr val="accent4"/>
                </a:solidFill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" grpId="0" animBg="1" advAuto="0"/>
      <p:bldP spid="330" grpId="0" build="p" animBg="1" advAuto="0"/>
      <p:bldP spid="331" grpId="0" animBg="1" advAuto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0000FF"/>
      </a:hlink>
      <a:folHlink>
        <a:srgbClr val="FF00FF"/>
      </a:folHlink>
    </a:clrScheme>
    <a:fontScheme name="Facet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rnd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rebuchet MS"/>
            <a:ea typeface="Trebuchet MS"/>
            <a:cs typeface="Trebuchet M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rebuchet MS"/>
            <a:ea typeface="Trebuchet MS"/>
            <a:cs typeface="Trebuchet M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0000FF"/>
      </a:hlink>
      <a:folHlink>
        <a:srgbClr val="FF00FF"/>
      </a:folHlink>
    </a:clrScheme>
    <a:fontScheme name="Facet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rnd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rebuchet MS"/>
            <a:ea typeface="Trebuchet MS"/>
            <a:cs typeface="Trebuchet M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rebuchet MS"/>
            <a:ea typeface="Trebuchet MS"/>
            <a:cs typeface="Trebuchet M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Project Title - Seasonal Agriculture Performance Analysis</vt:lpstr>
      <vt:lpstr>PROBLEM  STATEMENT</vt:lpstr>
      <vt:lpstr>PowerPoint Presentation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2026-09-06T09:39:00Z</dcterms:modified>
</cp:coreProperties>
</file>